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7"/>
  </p:notesMasterIdLst>
  <p:sldIdLst>
    <p:sldId id="256" r:id="rId2"/>
    <p:sldId id="260" r:id="rId3"/>
    <p:sldId id="265" r:id="rId4"/>
    <p:sldId id="266" r:id="rId5"/>
    <p:sldId id="297" r:id="rId6"/>
    <p:sldId id="269" r:id="rId7"/>
    <p:sldId id="295" r:id="rId8"/>
    <p:sldId id="296" r:id="rId9"/>
    <p:sldId id="289" r:id="rId10"/>
    <p:sldId id="298" r:id="rId11"/>
    <p:sldId id="291" r:id="rId12"/>
    <p:sldId id="258" r:id="rId13"/>
    <p:sldId id="275" r:id="rId14"/>
    <p:sldId id="293" r:id="rId15"/>
    <p:sldId id="294" r:id="rId16"/>
  </p:sldIdLst>
  <p:sldSz cx="9144000" cy="5143500" type="screen16x9"/>
  <p:notesSz cx="6858000" cy="9144000"/>
  <p:embeddedFontLst>
    <p:embeddedFont>
      <p:font typeface="Quicksand" panose="020B0604020202020204" charset="0"/>
      <p:regular r:id="rId18"/>
      <p:bold r:id="rId19"/>
    </p:embeddedFont>
    <p:embeddedFont>
      <p:font typeface="Tenor Sans" panose="020B060402020202020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7501DD-FD2D-47C2-BEEB-C387BF2F1565}">
  <a:tblStyle styleId="{317501DD-FD2D-47C2-BEEB-C387BF2F15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8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e81f707b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be81f707b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be81f707bc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be81f707bc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beee71bed4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beee71bed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beee71bed4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beee71bed4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a:extLst>
            <a:ext uri="{FF2B5EF4-FFF2-40B4-BE49-F238E27FC236}">
              <a16:creationId xmlns:a16="http://schemas.microsoft.com/office/drawing/2014/main" id="{B8871ABD-66A6-0F8D-BCE0-A22798D3EC9B}"/>
            </a:ext>
          </a:extLst>
        </p:cNvPr>
        <p:cNvGrpSpPr/>
        <p:nvPr/>
      </p:nvGrpSpPr>
      <p:grpSpPr>
        <a:xfrm>
          <a:off x="0" y="0"/>
          <a:ext cx="0" cy="0"/>
          <a:chOff x="0" y="0"/>
          <a:chExt cx="0" cy="0"/>
        </a:xfrm>
      </p:grpSpPr>
      <p:sp>
        <p:nvSpPr>
          <p:cNvPr id="749" name="Google Shape;749;gbe8f754290_0_277:notes">
            <a:extLst>
              <a:ext uri="{FF2B5EF4-FFF2-40B4-BE49-F238E27FC236}">
                <a16:creationId xmlns:a16="http://schemas.microsoft.com/office/drawing/2014/main" id="{53DA80EA-C112-1CB4-8CB5-83C629C80A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be8f754290_0_277:notes">
            <a:extLst>
              <a:ext uri="{FF2B5EF4-FFF2-40B4-BE49-F238E27FC236}">
                <a16:creationId xmlns:a16="http://schemas.microsoft.com/office/drawing/2014/main" id="{82639355-886F-AF70-AD42-34F3493262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9350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be8f75429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be8f754290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a:extLst>
            <a:ext uri="{FF2B5EF4-FFF2-40B4-BE49-F238E27FC236}">
              <a16:creationId xmlns:a16="http://schemas.microsoft.com/office/drawing/2014/main" id="{C6513D40-CCC7-A47D-1359-018E02B8039A}"/>
            </a:ext>
          </a:extLst>
        </p:cNvPr>
        <p:cNvGrpSpPr/>
        <p:nvPr/>
      </p:nvGrpSpPr>
      <p:grpSpPr>
        <a:xfrm>
          <a:off x="0" y="0"/>
          <a:ext cx="0" cy="0"/>
          <a:chOff x="0" y="0"/>
          <a:chExt cx="0" cy="0"/>
        </a:xfrm>
      </p:grpSpPr>
      <p:sp>
        <p:nvSpPr>
          <p:cNvPr id="749" name="Google Shape;749;gbe8f754290_0_277:notes">
            <a:extLst>
              <a:ext uri="{FF2B5EF4-FFF2-40B4-BE49-F238E27FC236}">
                <a16:creationId xmlns:a16="http://schemas.microsoft.com/office/drawing/2014/main" id="{3ACEB9CD-EE3F-5A8D-D5A2-C25A4A9BB7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be8f754290_0_277:notes">
            <a:extLst>
              <a:ext uri="{FF2B5EF4-FFF2-40B4-BE49-F238E27FC236}">
                <a16:creationId xmlns:a16="http://schemas.microsoft.com/office/drawing/2014/main" id="{DF1B0C27-65E7-0B6E-40EE-5998E5B3ED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797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a:extLst>
            <a:ext uri="{FF2B5EF4-FFF2-40B4-BE49-F238E27FC236}">
              <a16:creationId xmlns:a16="http://schemas.microsoft.com/office/drawing/2014/main" id="{5017A117-6CDF-8658-35F9-3A79AA1B390B}"/>
            </a:ext>
          </a:extLst>
        </p:cNvPr>
        <p:cNvGrpSpPr/>
        <p:nvPr/>
      </p:nvGrpSpPr>
      <p:grpSpPr>
        <a:xfrm>
          <a:off x="0" y="0"/>
          <a:ext cx="0" cy="0"/>
          <a:chOff x="0" y="0"/>
          <a:chExt cx="0" cy="0"/>
        </a:xfrm>
      </p:grpSpPr>
      <p:sp>
        <p:nvSpPr>
          <p:cNvPr id="778" name="Google Shape;778;gbe8f754290_0_375:notes">
            <a:extLst>
              <a:ext uri="{FF2B5EF4-FFF2-40B4-BE49-F238E27FC236}">
                <a16:creationId xmlns:a16="http://schemas.microsoft.com/office/drawing/2014/main" id="{1FB32EB0-01B7-E8AA-B72C-B7CA6E8011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be8f754290_0_375:notes">
            <a:extLst>
              <a:ext uri="{FF2B5EF4-FFF2-40B4-BE49-F238E27FC236}">
                <a16:creationId xmlns:a16="http://schemas.microsoft.com/office/drawing/2014/main" id="{F7E1D99C-F3D5-44EB-E2F9-35672F6405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1339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a:extLst>
            <a:ext uri="{FF2B5EF4-FFF2-40B4-BE49-F238E27FC236}">
              <a16:creationId xmlns:a16="http://schemas.microsoft.com/office/drawing/2014/main" id="{6B67BEE6-0E73-F10C-7002-13A3D227A177}"/>
            </a:ext>
          </a:extLst>
        </p:cNvPr>
        <p:cNvGrpSpPr/>
        <p:nvPr/>
      </p:nvGrpSpPr>
      <p:grpSpPr>
        <a:xfrm>
          <a:off x="0" y="0"/>
          <a:ext cx="0" cy="0"/>
          <a:chOff x="0" y="0"/>
          <a:chExt cx="0" cy="0"/>
        </a:xfrm>
      </p:grpSpPr>
      <p:sp>
        <p:nvSpPr>
          <p:cNvPr id="749" name="Google Shape;749;gbe8f754290_0_277:notes">
            <a:extLst>
              <a:ext uri="{FF2B5EF4-FFF2-40B4-BE49-F238E27FC236}">
                <a16:creationId xmlns:a16="http://schemas.microsoft.com/office/drawing/2014/main" id="{FE0E403D-3A5E-1820-AD4C-8BA2E261B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be8f754290_0_277:notes">
            <a:extLst>
              <a:ext uri="{FF2B5EF4-FFF2-40B4-BE49-F238E27FC236}">
                <a16:creationId xmlns:a16="http://schemas.microsoft.com/office/drawing/2014/main" id="{552C7215-E25B-1C30-3507-EBFCA8FC8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7559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a:extLst>
            <a:ext uri="{FF2B5EF4-FFF2-40B4-BE49-F238E27FC236}">
              <a16:creationId xmlns:a16="http://schemas.microsoft.com/office/drawing/2014/main" id="{ADF6A553-DD19-493F-E31B-9C90B7D49298}"/>
            </a:ext>
          </a:extLst>
        </p:cNvPr>
        <p:cNvGrpSpPr/>
        <p:nvPr/>
      </p:nvGrpSpPr>
      <p:grpSpPr>
        <a:xfrm>
          <a:off x="0" y="0"/>
          <a:ext cx="0" cy="0"/>
          <a:chOff x="0" y="0"/>
          <a:chExt cx="0" cy="0"/>
        </a:xfrm>
      </p:grpSpPr>
      <p:sp>
        <p:nvSpPr>
          <p:cNvPr id="778" name="Google Shape;778;gbe8f754290_0_375:notes">
            <a:extLst>
              <a:ext uri="{FF2B5EF4-FFF2-40B4-BE49-F238E27FC236}">
                <a16:creationId xmlns:a16="http://schemas.microsoft.com/office/drawing/2014/main" id="{7B1829DA-B83B-84F7-910B-5F2D28DA6D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be8f754290_0_375:notes">
            <a:extLst>
              <a:ext uri="{FF2B5EF4-FFF2-40B4-BE49-F238E27FC236}">
                <a16:creationId xmlns:a16="http://schemas.microsoft.com/office/drawing/2014/main" id="{31FCA306-0FEC-4D66-4E00-C6EDEFE96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72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a:extLst>
            <a:ext uri="{FF2B5EF4-FFF2-40B4-BE49-F238E27FC236}">
              <a16:creationId xmlns:a16="http://schemas.microsoft.com/office/drawing/2014/main" id="{C04887B2-EA2B-9BAE-1402-31C6FC003C46}"/>
            </a:ext>
          </a:extLst>
        </p:cNvPr>
        <p:cNvGrpSpPr/>
        <p:nvPr/>
      </p:nvGrpSpPr>
      <p:grpSpPr>
        <a:xfrm>
          <a:off x="0" y="0"/>
          <a:ext cx="0" cy="0"/>
          <a:chOff x="0" y="0"/>
          <a:chExt cx="0" cy="0"/>
        </a:xfrm>
      </p:grpSpPr>
      <p:sp>
        <p:nvSpPr>
          <p:cNvPr id="749" name="Google Shape;749;gbe8f754290_0_277:notes">
            <a:extLst>
              <a:ext uri="{FF2B5EF4-FFF2-40B4-BE49-F238E27FC236}">
                <a16:creationId xmlns:a16="http://schemas.microsoft.com/office/drawing/2014/main" id="{86921181-0986-A201-D1D7-3CED18AFEC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be8f754290_0_277:notes">
            <a:extLst>
              <a:ext uri="{FF2B5EF4-FFF2-40B4-BE49-F238E27FC236}">
                <a16:creationId xmlns:a16="http://schemas.microsoft.com/office/drawing/2014/main" id="{15A5E0AF-5CCF-9B7A-1790-6307F9510C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698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beee71bed4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beee71bed4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c03ac8c684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c03ac8c684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a:extLst>
            <a:ext uri="{FF2B5EF4-FFF2-40B4-BE49-F238E27FC236}">
              <a16:creationId xmlns:a16="http://schemas.microsoft.com/office/drawing/2014/main" id="{E6CA329A-9A2A-3695-67DB-BB49B404DC99}"/>
            </a:ext>
          </a:extLst>
        </p:cNvPr>
        <p:cNvGrpSpPr/>
        <p:nvPr/>
      </p:nvGrpSpPr>
      <p:grpSpPr>
        <a:xfrm>
          <a:off x="0" y="0"/>
          <a:ext cx="0" cy="0"/>
          <a:chOff x="0" y="0"/>
          <a:chExt cx="0" cy="0"/>
        </a:xfrm>
      </p:grpSpPr>
      <p:sp>
        <p:nvSpPr>
          <p:cNvPr id="1049" name="Google Shape;1049;gc03ac8c684_0_589:notes">
            <a:extLst>
              <a:ext uri="{FF2B5EF4-FFF2-40B4-BE49-F238E27FC236}">
                <a16:creationId xmlns:a16="http://schemas.microsoft.com/office/drawing/2014/main" id="{42366065-B044-7D51-5097-72613ED33C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c03ac8c684_0_589:notes">
            <a:extLst>
              <a:ext uri="{FF2B5EF4-FFF2-40B4-BE49-F238E27FC236}">
                <a16:creationId xmlns:a16="http://schemas.microsoft.com/office/drawing/2014/main" id="{389F7164-4924-532A-CE57-1263A2FD7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8685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a:extLst>
            <a:ext uri="{FF2B5EF4-FFF2-40B4-BE49-F238E27FC236}">
              <a16:creationId xmlns:a16="http://schemas.microsoft.com/office/drawing/2014/main" id="{F2CA2145-D8B8-958F-8ED4-652E877EBD4A}"/>
            </a:ext>
          </a:extLst>
        </p:cNvPr>
        <p:cNvGrpSpPr/>
        <p:nvPr/>
      </p:nvGrpSpPr>
      <p:grpSpPr>
        <a:xfrm>
          <a:off x="0" y="0"/>
          <a:ext cx="0" cy="0"/>
          <a:chOff x="0" y="0"/>
          <a:chExt cx="0" cy="0"/>
        </a:xfrm>
      </p:grpSpPr>
      <p:sp>
        <p:nvSpPr>
          <p:cNvPr id="1049" name="Google Shape;1049;gc03ac8c684_0_589:notes">
            <a:extLst>
              <a:ext uri="{FF2B5EF4-FFF2-40B4-BE49-F238E27FC236}">
                <a16:creationId xmlns:a16="http://schemas.microsoft.com/office/drawing/2014/main" id="{430AD8E8-DA06-A601-96F6-14593D8F1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c03ac8c684_0_589:notes">
            <a:extLst>
              <a:ext uri="{FF2B5EF4-FFF2-40B4-BE49-F238E27FC236}">
                <a16:creationId xmlns:a16="http://schemas.microsoft.com/office/drawing/2014/main" id="{6DFB288D-ADE6-C1C3-833E-6F1961836F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58421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07275"/>
            <a:ext cx="7704000" cy="15855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121200"/>
            <a:ext cx="22587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720000" y="1729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 name="Google Shape;28;p7"/>
          <p:cNvSpPr txBox="1">
            <a:spLocks noGrp="1"/>
          </p:cNvSpPr>
          <p:nvPr>
            <p:ph type="subTitle" idx="1"/>
          </p:nvPr>
        </p:nvSpPr>
        <p:spPr>
          <a:xfrm>
            <a:off x="720000" y="2520575"/>
            <a:ext cx="2808000" cy="20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atin typeface="Quicksand"/>
                <a:ea typeface="Quicksand"/>
                <a:cs typeface="Quicksand"/>
                <a:sym typeface="Quicksand"/>
              </a:defRPr>
            </a:lvl2pPr>
            <a:lvl3pPr lvl="2">
              <a:spcBef>
                <a:spcPts val="0"/>
              </a:spcBef>
              <a:spcAft>
                <a:spcPts val="0"/>
              </a:spcAft>
              <a:buSzPts val="2800"/>
              <a:buNone/>
              <a:defRPr>
                <a:latin typeface="Quicksand"/>
                <a:ea typeface="Quicksand"/>
                <a:cs typeface="Quicksand"/>
                <a:sym typeface="Quicksand"/>
              </a:defRPr>
            </a:lvl3pPr>
            <a:lvl4pPr lvl="3">
              <a:spcBef>
                <a:spcPts val="0"/>
              </a:spcBef>
              <a:spcAft>
                <a:spcPts val="0"/>
              </a:spcAft>
              <a:buSzPts val="2800"/>
              <a:buNone/>
              <a:defRPr>
                <a:latin typeface="Quicksand"/>
                <a:ea typeface="Quicksand"/>
                <a:cs typeface="Quicksand"/>
                <a:sym typeface="Quicksand"/>
              </a:defRPr>
            </a:lvl4pPr>
            <a:lvl5pPr lvl="4">
              <a:spcBef>
                <a:spcPts val="0"/>
              </a:spcBef>
              <a:spcAft>
                <a:spcPts val="0"/>
              </a:spcAft>
              <a:buSzPts val="2800"/>
              <a:buNone/>
              <a:defRPr>
                <a:latin typeface="Quicksand"/>
                <a:ea typeface="Quicksand"/>
                <a:cs typeface="Quicksand"/>
                <a:sym typeface="Quicksand"/>
              </a:defRPr>
            </a:lvl5pPr>
            <a:lvl6pPr lvl="5">
              <a:spcBef>
                <a:spcPts val="0"/>
              </a:spcBef>
              <a:spcAft>
                <a:spcPts val="0"/>
              </a:spcAft>
              <a:buSzPts val="2800"/>
              <a:buNone/>
              <a:defRPr>
                <a:latin typeface="Quicksand"/>
                <a:ea typeface="Quicksand"/>
                <a:cs typeface="Quicksand"/>
                <a:sym typeface="Quicksand"/>
              </a:defRPr>
            </a:lvl6pPr>
            <a:lvl7pPr lvl="6">
              <a:spcBef>
                <a:spcPts val="0"/>
              </a:spcBef>
              <a:spcAft>
                <a:spcPts val="0"/>
              </a:spcAft>
              <a:buSzPts val="2800"/>
              <a:buNone/>
              <a:defRPr>
                <a:latin typeface="Quicksand"/>
                <a:ea typeface="Quicksand"/>
                <a:cs typeface="Quicksand"/>
                <a:sym typeface="Quicksand"/>
              </a:defRPr>
            </a:lvl7pPr>
            <a:lvl8pPr lvl="7">
              <a:spcBef>
                <a:spcPts val="0"/>
              </a:spcBef>
              <a:spcAft>
                <a:spcPts val="0"/>
              </a:spcAft>
              <a:buSzPts val="2800"/>
              <a:buNone/>
              <a:defRPr>
                <a:latin typeface="Quicksand"/>
                <a:ea typeface="Quicksand"/>
                <a:cs typeface="Quicksand"/>
                <a:sym typeface="Quicksand"/>
              </a:defRPr>
            </a:lvl8pPr>
            <a:lvl9pPr lvl="8">
              <a:spcBef>
                <a:spcPts val="0"/>
              </a:spcBef>
              <a:spcAft>
                <a:spcPts val="0"/>
              </a:spcAft>
              <a:buSzPts val="2800"/>
              <a:buNone/>
              <a:defRPr>
                <a:latin typeface="Quicksand"/>
                <a:ea typeface="Quicksand"/>
                <a:cs typeface="Quicksand"/>
                <a:sym typeface="Quicksand"/>
              </a:defRPr>
            </a:lvl9pPr>
          </a:lstStyle>
          <a:p>
            <a:endParaRPr/>
          </a:p>
        </p:txBody>
      </p:sp>
      <p:sp>
        <p:nvSpPr>
          <p:cNvPr id="44" name="Google Shape;44;p13"/>
          <p:cNvSpPr txBox="1">
            <a:spLocks noGrp="1"/>
          </p:cNvSpPr>
          <p:nvPr>
            <p:ph type="subTitle" idx="1"/>
          </p:nvPr>
        </p:nvSpPr>
        <p:spPr>
          <a:xfrm>
            <a:off x="1425664" y="1921950"/>
            <a:ext cx="1811100" cy="4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200"/>
              <a:buFont typeface="Tenor Sans"/>
              <a:buNone/>
              <a:defRPr sz="2200"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45" name="Google Shape;45;p13"/>
          <p:cNvSpPr txBox="1">
            <a:spLocks noGrp="1"/>
          </p:cNvSpPr>
          <p:nvPr>
            <p:ph type="subTitle" idx="2"/>
          </p:nvPr>
        </p:nvSpPr>
        <p:spPr>
          <a:xfrm>
            <a:off x="1425664" y="2951853"/>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46" name="Google Shape;46;p13"/>
          <p:cNvSpPr txBox="1">
            <a:spLocks noGrp="1"/>
          </p:cNvSpPr>
          <p:nvPr>
            <p:ph type="subTitle" idx="3"/>
          </p:nvPr>
        </p:nvSpPr>
        <p:spPr>
          <a:xfrm>
            <a:off x="3666458" y="1921950"/>
            <a:ext cx="1811100" cy="4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200"/>
              <a:buFont typeface="Tenor Sans"/>
              <a:buNone/>
              <a:defRPr sz="2200"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47" name="Google Shape;47;p13"/>
          <p:cNvSpPr txBox="1">
            <a:spLocks noGrp="1"/>
          </p:cNvSpPr>
          <p:nvPr>
            <p:ph type="subTitle" idx="4"/>
          </p:nvPr>
        </p:nvSpPr>
        <p:spPr>
          <a:xfrm>
            <a:off x="3666458" y="2951853"/>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48" name="Google Shape;48;p13"/>
          <p:cNvSpPr txBox="1">
            <a:spLocks noGrp="1"/>
          </p:cNvSpPr>
          <p:nvPr>
            <p:ph type="subTitle" idx="5"/>
          </p:nvPr>
        </p:nvSpPr>
        <p:spPr>
          <a:xfrm>
            <a:off x="1425651" y="3324346"/>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 name="Google Shape;49;p13"/>
          <p:cNvSpPr txBox="1">
            <a:spLocks noGrp="1"/>
          </p:cNvSpPr>
          <p:nvPr>
            <p:ph type="subTitle" idx="6"/>
          </p:nvPr>
        </p:nvSpPr>
        <p:spPr>
          <a:xfrm>
            <a:off x="3666450" y="3324346"/>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 name="Google Shape;50;p13"/>
          <p:cNvSpPr txBox="1">
            <a:spLocks noGrp="1"/>
          </p:cNvSpPr>
          <p:nvPr>
            <p:ph type="subTitle" idx="7"/>
          </p:nvPr>
        </p:nvSpPr>
        <p:spPr>
          <a:xfrm>
            <a:off x="5907254" y="1921950"/>
            <a:ext cx="1811100" cy="4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200"/>
              <a:buFont typeface="Tenor Sans"/>
              <a:buNone/>
              <a:defRPr sz="2200"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51" name="Google Shape;51;p13"/>
          <p:cNvSpPr txBox="1">
            <a:spLocks noGrp="1"/>
          </p:cNvSpPr>
          <p:nvPr>
            <p:ph type="subTitle" idx="8"/>
          </p:nvPr>
        </p:nvSpPr>
        <p:spPr>
          <a:xfrm>
            <a:off x="5907254" y="2951853"/>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algn="ctr" rtl="0">
              <a:lnSpc>
                <a:spcPct val="100000"/>
              </a:lnSpc>
              <a:spcBef>
                <a:spcPts val="0"/>
              </a:spcBef>
              <a:spcAft>
                <a:spcPts val="0"/>
              </a:spcAft>
              <a:buSzPts val="1400"/>
              <a:buFont typeface="Tenor Sans"/>
              <a:buNone/>
              <a:defRPr>
                <a:latin typeface="Tenor Sans"/>
                <a:ea typeface="Tenor Sans"/>
                <a:cs typeface="Tenor Sans"/>
                <a:sym typeface="Tenor Sans"/>
              </a:defRPr>
            </a:lvl2pPr>
            <a:lvl3pPr lvl="2" algn="ctr" rtl="0">
              <a:lnSpc>
                <a:spcPct val="100000"/>
              </a:lnSpc>
              <a:spcBef>
                <a:spcPts val="0"/>
              </a:spcBef>
              <a:spcAft>
                <a:spcPts val="0"/>
              </a:spcAft>
              <a:buSzPts val="1400"/>
              <a:buFont typeface="Tenor Sans"/>
              <a:buNone/>
              <a:defRPr>
                <a:latin typeface="Tenor Sans"/>
                <a:ea typeface="Tenor Sans"/>
                <a:cs typeface="Tenor Sans"/>
                <a:sym typeface="Tenor Sans"/>
              </a:defRPr>
            </a:lvl3pPr>
            <a:lvl4pPr lvl="3" algn="ctr" rtl="0">
              <a:lnSpc>
                <a:spcPct val="100000"/>
              </a:lnSpc>
              <a:spcBef>
                <a:spcPts val="0"/>
              </a:spcBef>
              <a:spcAft>
                <a:spcPts val="0"/>
              </a:spcAft>
              <a:buSzPts val="1400"/>
              <a:buFont typeface="Tenor Sans"/>
              <a:buNone/>
              <a:defRPr>
                <a:latin typeface="Tenor Sans"/>
                <a:ea typeface="Tenor Sans"/>
                <a:cs typeface="Tenor Sans"/>
                <a:sym typeface="Tenor Sans"/>
              </a:defRPr>
            </a:lvl4pPr>
            <a:lvl5pPr lvl="4" algn="ctr" rtl="0">
              <a:lnSpc>
                <a:spcPct val="100000"/>
              </a:lnSpc>
              <a:spcBef>
                <a:spcPts val="0"/>
              </a:spcBef>
              <a:spcAft>
                <a:spcPts val="0"/>
              </a:spcAft>
              <a:buSzPts val="1400"/>
              <a:buFont typeface="Tenor Sans"/>
              <a:buNone/>
              <a:defRPr>
                <a:latin typeface="Tenor Sans"/>
                <a:ea typeface="Tenor Sans"/>
                <a:cs typeface="Tenor Sans"/>
                <a:sym typeface="Tenor Sans"/>
              </a:defRPr>
            </a:lvl5pPr>
            <a:lvl6pPr lvl="5" algn="ctr" rtl="0">
              <a:lnSpc>
                <a:spcPct val="100000"/>
              </a:lnSpc>
              <a:spcBef>
                <a:spcPts val="0"/>
              </a:spcBef>
              <a:spcAft>
                <a:spcPts val="0"/>
              </a:spcAft>
              <a:buSzPts val="1400"/>
              <a:buFont typeface="Tenor Sans"/>
              <a:buNone/>
              <a:defRPr>
                <a:latin typeface="Tenor Sans"/>
                <a:ea typeface="Tenor Sans"/>
                <a:cs typeface="Tenor Sans"/>
                <a:sym typeface="Tenor Sans"/>
              </a:defRPr>
            </a:lvl6pPr>
            <a:lvl7pPr lvl="6" algn="ctr" rtl="0">
              <a:lnSpc>
                <a:spcPct val="100000"/>
              </a:lnSpc>
              <a:spcBef>
                <a:spcPts val="0"/>
              </a:spcBef>
              <a:spcAft>
                <a:spcPts val="0"/>
              </a:spcAft>
              <a:buSzPts val="1400"/>
              <a:buFont typeface="Tenor Sans"/>
              <a:buNone/>
              <a:defRPr>
                <a:latin typeface="Tenor Sans"/>
                <a:ea typeface="Tenor Sans"/>
                <a:cs typeface="Tenor Sans"/>
                <a:sym typeface="Tenor Sans"/>
              </a:defRPr>
            </a:lvl7pPr>
            <a:lvl8pPr lvl="7" algn="ctr" rtl="0">
              <a:lnSpc>
                <a:spcPct val="100000"/>
              </a:lnSpc>
              <a:spcBef>
                <a:spcPts val="0"/>
              </a:spcBef>
              <a:spcAft>
                <a:spcPts val="0"/>
              </a:spcAft>
              <a:buSzPts val="1400"/>
              <a:buFont typeface="Tenor Sans"/>
              <a:buNone/>
              <a:defRPr>
                <a:latin typeface="Tenor Sans"/>
                <a:ea typeface="Tenor Sans"/>
                <a:cs typeface="Tenor Sans"/>
                <a:sym typeface="Tenor Sans"/>
              </a:defRPr>
            </a:lvl8pPr>
            <a:lvl9pPr lvl="8" algn="ctr" rtl="0">
              <a:lnSpc>
                <a:spcPct val="100000"/>
              </a:lnSpc>
              <a:spcBef>
                <a:spcPts val="0"/>
              </a:spcBef>
              <a:spcAft>
                <a:spcPts val="0"/>
              </a:spcAft>
              <a:buSzPts val="1400"/>
              <a:buFont typeface="Tenor Sans"/>
              <a:buNone/>
              <a:defRPr>
                <a:latin typeface="Tenor Sans"/>
                <a:ea typeface="Tenor Sans"/>
                <a:cs typeface="Tenor Sans"/>
                <a:sym typeface="Tenor Sans"/>
              </a:defRPr>
            </a:lvl9pPr>
          </a:lstStyle>
          <a:p>
            <a:endParaRPr/>
          </a:p>
        </p:txBody>
      </p:sp>
      <p:sp>
        <p:nvSpPr>
          <p:cNvPr id="52" name="Google Shape;52;p13"/>
          <p:cNvSpPr txBox="1">
            <a:spLocks noGrp="1"/>
          </p:cNvSpPr>
          <p:nvPr>
            <p:ph type="subTitle" idx="9"/>
          </p:nvPr>
        </p:nvSpPr>
        <p:spPr>
          <a:xfrm>
            <a:off x="5907250" y="3324346"/>
            <a:ext cx="1811100" cy="52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Quicksand"/>
                <a:ea typeface="Quicksand"/>
                <a:cs typeface="Quicksand"/>
                <a:sym typeface="Quicksand"/>
              </a:defRPr>
            </a:lvl2pPr>
            <a:lvl3pPr lvl="2" rtl="0">
              <a:spcBef>
                <a:spcPts val="0"/>
              </a:spcBef>
              <a:spcAft>
                <a:spcPts val="0"/>
              </a:spcAft>
              <a:buSzPts val="2800"/>
              <a:buNone/>
              <a:defRPr>
                <a:latin typeface="Quicksand"/>
                <a:ea typeface="Quicksand"/>
                <a:cs typeface="Quicksand"/>
                <a:sym typeface="Quicksand"/>
              </a:defRPr>
            </a:lvl3pPr>
            <a:lvl4pPr lvl="3" rtl="0">
              <a:spcBef>
                <a:spcPts val="0"/>
              </a:spcBef>
              <a:spcAft>
                <a:spcPts val="0"/>
              </a:spcAft>
              <a:buSzPts val="2800"/>
              <a:buNone/>
              <a:defRPr>
                <a:latin typeface="Quicksand"/>
                <a:ea typeface="Quicksand"/>
                <a:cs typeface="Quicksand"/>
                <a:sym typeface="Quicksand"/>
              </a:defRPr>
            </a:lvl4pPr>
            <a:lvl5pPr lvl="4" rtl="0">
              <a:spcBef>
                <a:spcPts val="0"/>
              </a:spcBef>
              <a:spcAft>
                <a:spcPts val="0"/>
              </a:spcAft>
              <a:buSzPts val="2800"/>
              <a:buNone/>
              <a:defRPr>
                <a:latin typeface="Quicksand"/>
                <a:ea typeface="Quicksand"/>
                <a:cs typeface="Quicksand"/>
                <a:sym typeface="Quicksand"/>
              </a:defRPr>
            </a:lvl5pPr>
            <a:lvl6pPr lvl="5" rtl="0">
              <a:spcBef>
                <a:spcPts val="0"/>
              </a:spcBef>
              <a:spcAft>
                <a:spcPts val="0"/>
              </a:spcAft>
              <a:buSzPts val="2800"/>
              <a:buNone/>
              <a:defRPr>
                <a:latin typeface="Quicksand"/>
                <a:ea typeface="Quicksand"/>
                <a:cs typeface="Quicksand"/>
                <a:sym typeface="Quicksand"/>
              </a:defRPr>
            </a:lvl6pPr>
            <a:lvl7pPr lvl="6" rtl="0">
              <a:spcBef>
                <a:spcPts val="0"/>
              </a:spcBef>
              <a:spcAft>
                <a:spcPts val="0"/>
              </a:spcAft>
              <a:buSzPts val="2800"/>
              <a:buNone/>
              <a:defRPr>
                <a:latin typeface="Quicksand"/>
                <a:ea typeface="Quicksand"/>
                <a:cs typeface="Quicksand"/>
                <a:sym typeface="Quicksand"/>
              </a:defRPr>
            </a:lvl7pPr>
            <a:lvl8pPr lvl="7" rtl="0">
              <a:spcBef>
                <a:spcPts val="0"/>
              </a:spcBef>
              <a:spcAft>
                <a:spcPts val="0"/>
              </a:spcAft>
              <a:buSzPts val="2800"/>
              <a:buNone/>
              <a:defRPr>
                <a:latin typeface="Quicksand"/>
                <a:ea typeface="Quicksand"/>
                <a:cs typeface="Quicksand"/>
                <a:sym typeface="Quicksand"/>
              </a:defRPr>
            </a:lvl8pPr>
            <a:lvl9pPr lvl="8" rtl="0">
              <a:spcBef>
                <a:spcPts val="0"/>
              </a:spcBef>
              <a:spcAft>
                <a:spcPts val="0"/>
              </a:spcAft>
              <a:buSzPts val="2800"/>
              <a:buNone/>
              <a:defRPr>
                <a:latin typeface="Quicksand"/>
                <a:ea typeface="Quicksand"/>
                <a:cs typeface="Quicksand"/>
                <a:sym typeface="Quicksand"/>
              </a:defRPr>
            </a:lvl9pPr>
          </a:lstStyle>
          <a:p>
            <a:endParaRPr/>
          </a:p>
        </p:txBody>
      </p:sp>
      <p:sp>
        <p:nvSpPr>
          <p:cNvPr id="55" name="Google Shape;55;p14"/>
          <p:cNvSpPr txBox="1">
            <a:spLocks noGrp="1"/>
          </p:cNvSpPr>
          <p:nvPr>
            <p:ph type="subTitle" idx="1"/>
          </p:nvPr>
        </p:nvSpPr>
        <p:spPr>
          <a:xfrm>
            <a:off x="720000" y="2260875"/>
            <a:ext cx="3909300" cy="2307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5">
  <p:cSld name="CUSTOM_3">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5483750" y="1729500"/>
            <a:ext cx="2940300" cy="755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61" name="Google Shape;61;p16"/>
          <p:cNvSpPr txBox="1">
            <a:spLocks noGrp="1"/>
          </p:cNvSpPr>
          <p:nvPr>
            <p:ph type="subTitle" idx="1"/>
          </p:nvPr>
        </p:nvSpPr>
        <p:spPr>
          <a:xfrm>
            <a:off x="5264100" y="2520475"/>
            <a:ext cx="3159900" cy="2048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atin typeface="Quicksand"/>
                <a:ea typeface="Quicksand"/>
                <a:cs typeface="Quicksand"/>
                <a:sym typeface="Quicksand"/>
              </a:defRPr>
            </a:lvl2pPr>
            <a:lvl3pPr lvl="2">
              <a:spcBef>
                <a:spcPts val="0"/>
              </a:spcBef>
              <a:spcAft>
                <a:spcPts val="0"/>
              </a:spcAft>
              <a:buSzPts val="2800"/>
              <a:buNone/>
              <a:defRPr>
                <a:latin typeface="Quicksand"/>
                <a:ea typeface="Quicksand"/>
                <a:cs typeface="Quicksand"/>
                <a:sym typeface="Quicksand"/>
              </a:defRPr>
            </a:lvl3pPr>
            <a:lvl4pPr lvl="3">
              <a:spcBef>
                <a:spcPts val="0"/>
              </a:spcBef>
              <a:spcAft>
                <a:spcPts val="0"/>
              </a:spcAft>
              <a:buSzPts val="2800"/>
              <a:buNone/>
              <a:defRPr>
                <a:latin typeface="Quicksand"/>
                <a:ea typeface="Quicksand"/>
                <a:cs typeface="Quicksand"/>
                <a:sym typeface="Quicksand"/>
              </a:defRPr>
            </a:lvl4pPr>
            <a:lvl5pPr lvl="4">
              <a:spcBef>
                <a:spcPts val="0"/>
              </a:spcBef>
              <a:spcAft>
                <a:spcPts val="0"/>
              </a:spcAft>
              <a:buSzPts val="2800"/>
              <a:buNone/>
              <a:defRPr>
                <a:latin typeface="Quicksand"/>
                <a:ea typeface="Quicksand"/>
                <a:cs typeface="Quicksand"/>
                <a:sym typeface="Quicksand"/>
              </a:defRPr>
            </a:lvl5pPr>
            <a:lvl6pPr lvl="5">
              <a:spcBef>
                <a:spcPts val="0"/>
              </a:spcBef>
              <a:spcAft>
                <a:spcPts val="0"/>
              </a:spcAft>
              <a:buSzPts val="2800"/>
              <a:buNone/>
              <a:defRPr>
                <a:latin typeface="Quicksand"/>
                <a:ea typeface="Quicksand"/>
                <a:cs typeface="Quicksand"/>
                <a:sym typeface="Quicksand"/>
              </a:defRPr>
            </a:lvl6pPr>
            <a:lvl7pPr lvl="6">
              <a:spcBef>
                <a:spcPts val="0"/>
              </a:spcBef>
              <a:spcAft>
                <a:spcPts val="0"/>
              </a:spcAft>
              <a:buSzPts val="2800"/>
              <a:buNone/>
              <a:defRPr>
                <a:latin typeface="Quicksand"/>
                <a:ea typeface="Quicksand"/>
                <a:cs typeface="Quicksand"/>
                <a:sym typeface="Quicksand"/>
              </a:defRPr>
            </a:lvl7pPr>
            <a:lvl8pPr lvl="7">
              <a:spcBef>
                <a:spcPts val="0"/>
              </a:spcBef>
              <a:spcAft>
                <a:spcPts val="0"/>
              </a:spcAft>
              <a:buSzPts val="2800"/>
              <a:buNone/>
              <a:defRPr>
                <a:latin typeface="Quicksand"/>
                <a:ea typeface="Quicksand"/>
                <a:cs typeface="Quicksand"/>
                <a:sym typeface="Quicksand"/>
              </a:defRPr>
            </a:lvl8pPr>
            <a:lvl9pPr lvl="8">
              <a:spcBef>
                <a:spcPts val="0"/>
              </a:spcBef>
              <a:spcAft>
                <a:spcPts val="0"/>
              </a:spcAft>
              <a:buSzPts val="2800"/>
              <a:buNone/>
              <a:defRPr>
                <a:latin typeface="Quicksand"/>
                <a:ea typeface="Quicksand"/>
                <a:cs typeface="Quicksand"/>
                <a:sym typeface="Quicksand"/>
              </a:defRPr>
            </a:lvl9pPr>
          </a:lstStyle>
          <a:p>
            <a:endParaRPr/>
          </a:p>
        </p:txBody>
      </p:sp>
      <p:sp>
        <p:nvSpPr>
          <p:cNvPr id="75" name="Google Shape;75;p19"/>
          <p:cNvSpPr txBox="1">
            <a:spLocks noGrp="1"/>
          </p:cNvSpPr>
          <p:nvPr>
            <p:ph type="subTitle" idx="1"/>
          </p:nvPr>
        </p:nvSpPr>
        <p:spPr>
          <a:xfrm>
            <a:off x="720000" y="1999150"/>
            <a:ext cx="22113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76" name="Google Shape;76;p19"/>
          <p:cNvSpPr txBox="1">
            <a:spLocks noGrp="1"/>
          </p:cNvSpPr>
          <p:nvPr>
            <p:ph type="subTitle" idx="2"/>
          </p:nvPr>
        </p:nvSpPr>
        <p:spPr>
          <a:xfrm>
            <a:off x="720000" y="2383650"/>
            <a:ext cx="22113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19"/>
          <p:cNvSpPr txBox="1">
            <a:spLocks noGrp="1"/>
          </p:cNvSpPr>
          <p:nvPr>
            <p:ph type="subTitle" idx="3"/>
          </p:nvPr>
        </p:nvSpPr>
        <p:spPr>
          <a:xfrm>
            <a:off x="720000" y="3399550"/>
            <a:ext cx="22113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78" name="Google Shape;78;p19"/>
          <p:cNvSpPr txBox="1">
            <a:spLocks noGrp="1"/>
          </p:cNvSpPr>
          <p:nvPr>
            <p:ph type="subTitle" idx="4"/>
          </p:nvPr>
        </p:nvSpPr>
        <p:spPr>
          <a:xfrm>
            <a:off x="720000" y="3784150"/>
            <a:ext cx="22113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9"/>
          <p:cNvSpPr txBox="1">
            <a:spLocks noGrp="1"/>
          </p:cNvSpPr>
          <p:nvPr>
            <p:ph type="subTitle" idx="5"/>
          </p:nvPr>
        </p:nvSpPr>
        <p:spPr>
          <a:xfrm>
            <a:off x="3483214" y="1999150"/>
            <a:ext cx="21945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80" name="Google Shape;80;p19"/>
          <p:cNvSpPr txBox="1">
            <a:spLocks noGrp="1"/>
          </p:cNvSpPr>
          <p:nvPr>
            <p:ph type="subTitle" idx="6"/>
          </p:nvPr>
        </p:nvSpPr>
        <p:spPr>
          <a:xfrm>
            <a:off x="3483214" y="2383650"/>
            <a:ext cx="21945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 name="Google Shape;81;p19"/>
          <p:cNvSpPr txBox="1">
            <a:spLocks noGrp="1"/>
          </p:cNvSpPr>
          <p:nvPr>
            <p:ph type="subTitle" idx="7"/>
          </p:nvPr>
        </p:nvSpPr>
        <p:spPr>
          <a:xfrm>
            <a:off x="3483214" y="3399550"/>
            <a:ext cx="21945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82" name="Google Shape;82;p19"/>
          <p:cNvSpPr txBox="1">
            <a:spLocks noGrp="1"/>
          </p:cNvSpPr>
          <p:nvPr>
            <p:ph type="subTitle" idx="8"/>
          </p:nvPr>
        </p:nvSpPr>
        <p:spPr>
          <a:xfrm>
            <a:off x="3483214" y="3784150"/>
            <a:ext cx="21945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 name="Google Shape;83;p19"/>
          <p:cNvSpPr txBox="1">
            <a:spLocks noGrp="1"/>
          </p:cNvSpPr>
          <p:nvPr>
            <p:ph type="subTitle" idx="9"/>
          </p:nvPr>
        </p:nvSpPr>
        <p:spPr>
          <a:xfrm>
            <a:off x="6229625" y="1999150"/>
            <a:ext cx="21945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84" name="Google Shape;84;p19"/>
          <p:cNvSpPr txBox="1">
            <a:spLocks noGrp="1"/>
          </p:cNvSpPr>
          <p:nvPr>
            <p:ph type="subTitle" idx="13"/>
          </p:nvPr>
        </p:nvSpPr>
        <p:spPr>
          <a:xfrm>
            <a:off x="6229625" y="2383650"/>
            <a:ext cx="21945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 name="Google Shape;85;p19"/>
          <p:cNvSpPr txBox="1">
            <a:spLocks noGrp="1"/>
          </p:cNvSpPr>
          <p:nvPr>
            <p:ph type="subTitle" idx="14"/>
          </p:nvPr>
        </p:nvSpPr>
        <p:spPr>
          <a:xfrm>
            <a:off x="6229625" y="3399550"/>
            <a:ext cx="2194500" cy="38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Tenor Sans"/>
              <a:buNone/>
              <a:defRPr b="1">
                <a:latin typeface="Tenor Sans"/>
                <a:ea typeface="Tenor Sans"/>
                <a:cs typeface="Tenor Sans"/>
                <a:sym typeface="Tenor Sans"/>
              </a:defRPr>
            </a:lvl1pPr>
            <a:lvl2pPr lvl="1" rtl="0">
              <a:spcBef>
                <a:spcPts val="0"/>
              </a:spcBef>
              <a:spcAft>
                <a:spcPts val="0"/>
              </a:spcAft>
              <a:buSzPts val="1800"/>
              <a:buFont typeface="Tenor Sans"/>
              <a:buNone/>
              <a:defRPr sz="1800">
                <a:latin typeface="Tenor Sans"/>
                <a:ea typeface="Tenor Sans"/>
                <a:cs typeface="Tenor Sans"/>
                <a:sym typeface="Tenor Sans"/>
              </a:defRPr>
            </a:lvl2pPr>
            <a:lvl3pPr lvl="2" rtl="0">
              <a:spcBef>
                <a:spcPts val="0"/>
              </a:spcBef>
              <a:spcAft>
                <a:spcPts val="0"/>
              </a:spcAft>
              <a:buSzPts val="1800"/>
              <a:buFont typeface="Tenor Sans"/>
              <a:buNone/>
              <a:defRPr sz="1800">
                <a:latin typeface="Tenor Sans"/>
                <a:ea typeface="Tenor Sans"/>
                <a:cs typeface="Tenor Sans"/>
                <a:sym typeface="Tenor Sans"/>
              </a:defRPr>
            </a:lvl3pPr>
            <a:lvl4pPr lvl="3" rtl="0">
              <a:spcBef>
                <a:spcPts val="0"/>
              </a:spcBef>
              <a:spcAft>
                <a:spcPts val="0"/>
              </a:spcAft>
              <a:buSzPts val="1800"/>
              <a:buFont typeface="Tenor Sans"/>
              <a:buNone/>
              <a:defRPr sz="1800">
                <a:latin typeface="Tenor Sans"/>
                <a:ea typeface="Tenor Sans"/>
                <a:cs typeface="Tenor Sans"/>
                <a:sym typeface="Tenor Sans"/>
              </a:defRPr>
            </a:lvl4pPr>
            <a:lvl5pPr lvl="4" rtl="0">
              <a:spcBef>
                <a:spcPts val="0"/>
              </a:spcBef>
              <a:spcAft>
                <a:spcPts val="0"/>
              </a:spcAft>
              <a:buSzPts val="1800"/>
              <a:buFont typeface="Tenor Sans"/>
              <a:buNone/>
              <a:defRPr sz="1800">
                <a:latin typeface="Tenor Sans"/>
                <a:ea typeface="Tenor Sans"/>
                <a:cs typeface="Tenor Sans"/>
                <a:sym typeface="Tenor Sans"/>
              </a:defRPr>
            </a:lvl5pPr>
            <a:lvl6pPr lvl="5" rtl="0">
              <a:spcBef>
                <a:spcPts val="0"/>
              </a:spcBef>
              <a:spcAft>
                <a:spcPts val="0"/>
              </a:spcAft>
              <a:buSzPts val="1800"/>
              <a:buFont typeface="Tenor Sans"/>
              <a:buNone/>
              <a:defRPr sz="1800">
                <a:latin typeface="Tenor Sans"/>
                <a:ea typeface="Tenor Sans"/>
                <a:cs typeface="Tenor Sans"/>
                <a:sym typeface="Tenor Sans"/>
              </a:defRPr>
            </a:lvl6pPr>
            <a:lvl7pPr lvl="6" rtl="0">
              <a:spcBef>
                <a:spcPts val="0"/>
              </a:spcBef>
              <a:spcAft>
                <a:spcPts val="0"/>
              </a:spcAft>
              <a:buSzPts val="1800"/>
              <a:buFont typeface="Tenor Sans"/>
              <a:buNone/>
              <a:defRPr sz="1800">
                <a:latin typeface="Tenor Sans"/>
                <a:ea typeface="Tenor Sans"/>
                <a:cs typeface="Tenor Sans"/>
                <a:sym typeface="Tenor Sans"/>
              </a:defRPr>
            </a:lvl7pPr>
            <a:lvl8pPr lvl="7" rtl="0">
              <a:spcBef>
                <a:spcPts val="0"/>
              </a:spcBef>
              <a:spcAft>
                <a:spcPts val="0"/>
              </a:spcAft>
              <a:buSzPts val="1800"/>
              <a:buFont typeface="Tenor Sans"/>
              <a:buNone/>
              <a:defRPr sz="1800">
                <a:latin typeface="Tenor Sans"/>
                <a:ea typeface="Tenor Sans"/>
                <a:cs typeface="Tenor Sans"/>
                <a:sym typeface="Tenor Sans"/>
              </a:defRPr>
            </a:lvl8pPr>
            <a:lvl9pPr lvl="8" rtl="0">
              <a:spcBef>
                <a:spcPts val="0"/>
              </a:spcBef>
              <a:spcAft>
                <a:spcPts val="0"/>
              </a:spcAft>
              <a:buSzPts val="1800"/>
              <a:buFont typeface="Tenor Sans"/>
              <a:buNone/>
              <a:defRPr sz="1800">
                <a:latin typeface="Tenor Sans"/>
                <a:ea typeface="Tenor Sans"/>
                <a:cs typeface="Tenor Sans"/>
                <a:sym typeface="Tenor Sans"/>
              </a:defRPr>
            </a:lvl9pPr>
          </a:lstStyle>
          <a:p>
            <a:endParaRPr/>
          </a:p>
        </p:txBody>
      </p:sp>
      <p:sp>
        <p:nvSpPr>
          <p:cNvPr id="86" name="Google Shape;86;p19"/>
          <p:cNvSpPr txBox="1">
            <a:spLocks noGrp="1"/>
          </p:cNvSpPr>
          <p:nvPr>
            <p:ph type="subTitle" idx="15"/>
          </p:nvPr>
        </p:nvSpPr>
        <p:spPr>
          <a:xfrm>
            <a:off x="6229625" y="3784150"/>
            <a:ext cx="2194500" cy="74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2">
    <p:spTree>
      <p:nvGrpSpPr>
        <p:cNvPr id="1" name="Shape 1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67389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Tenor Sans"/>
              <a:buNone/>
              <a:defRPr sz="2800">
                <a:solidFill>
                  <a:schemeClr val="dk1"/>
                </a:solidFill>
                <a:latin typeface="Tenor Sans"/>
                <a:ea typeface="Tenor Sans"/>
                <a:cs typeface="Tenor Sans"/>
                <a:sym typeface="Tenor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Quicksand"/>
              <a:buChar char="●"/>
              <a:defRPr sz="1800">
                <a:solidFill>
                  <a:schemeClr val="dk1"/>
                </a:solidFill>
                <a:latin typeface="Quicksand"/>
                <a:ea typeface="Quicksand"/>
                <a:cs typeface="Quicksand"/>
                <a:sym typeface="Quicksand"/>
              </a:defRPr>
            </a:lvl1pPr>
            <a:lvl2pPr marL="914400" lvl="1"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2pPr>
            <a:lvl3pPr marL="1371600" lvl="2"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3pPr>
            <a:lvl4pPr marL="1828800" lvl="3"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4pPr>
            <a:lvl5pPr marL="2286000" lvl="4"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5pPr>
            <a:lvl6pPr marL="2743200" lvl="5"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6pPr>
            <a:lvl7pPr marL="3200400" lvl="6"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7pPr>
            <a:lvl8pPr marL="3657600" lvl="7"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8pPr>
            <a:lvl9pPr marL="4114800" lvl="8" indent="-317500">
              <a:lnSpc>
                <a:spcPct val="115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8" r:id="rId4"/>
    <p:sldLayoutId id="2147483659" r:id="rId5"/>
    <p:sldLayoutId id="2147483660" r:id="rId6"/>
    <p:sldLayoutId id="2147483662" r:id="rId7"/>
    <p:sldLayoutId id="2147483665" r:id="rId8"/>
    <p:sldLayoutId id="214748367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disya-nurul-ariza-2279a22b6/"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hyperlink" Target="https://github.com/DisyaAriza/Project-Based-Internship-Home-Credit/blob/main/FinalTask_Data%20Scientist_Home%20Credit_Disya%20Nurul%20Ariza.pdf" TargetMode="External"/><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3330/jurteksi.v11i1.3554"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hyperlink" Target="10.33330/jurteksi.v11i1.3554"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hyperlink" Target="https://github.com/DisyaAriza/Project-Based-Internship-ID-X-Partners/blob/main/Final%20Task_IDX%20Partners_Data%20Scientist_Disya%20Nurul%20Ariza.pdf" TargetMode="External"/><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github.com/DisyaAriza/Project-Based-Internship-Bank-Muamalat/blob/main/FinalTask_BankMuamalat_BI%20Analyst_Disya%20Nurul%20Ariza.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isyaAriza/sertifikat-disya/blob/main/SERTIFIKAT%20BNSP%20ANALIS%20PROGRAM.pdf"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hyperlink" Target="https://github.com/DisyaAriza/sertifikat-disya/blob/main/Sertifikat%20BNSP%20Data%20Scientist.pdf" TargetMode="External"/><Relationship Id="rId5" Type="http://schemas.openxmlformats.org/officeDocument/2006/relationships/hyperlink" Target="https://github.com/DisyaAriza/sertifikat-disya/blob/main/SERTIFIKAT%20BNSP%20DATABASE%20PROGRAMMER.pdf" TargetMode="External"/><Relationship Id="rId4" Type="http://schemas.openxmlformats.org/officeDocument/2006/relationships/hyperlink" Target="https://github.com/DisyaAriza/sertifikat-disya/blob/main/TOEFL.pdf"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8.jpg"/><Relationship Id="rId7" Type="http://schemas.openxmlformats.org/officeDocument/2006/relationships/image" Target="../media/image32.jp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hyperlink" Target="mailto:disyaaarizaaa24@gmail.com"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40.jpg"/><Relationship Id="rId4" Type="http://schemas.openxmlformats.org/officeDocument/2006/relationships/hyperlink" Target="http://www.linkedin.com/in/disya-nurul-ariza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cxnSp>
        <p:nvCxnSpPr>
          <p:cNvPr id="142" name="Google Shape;142;p32"/>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143" name="Google Shape;143;p32"/>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146" name="Google Shape;146;p32"/>
          <p:cNvSpPr txBox="1">
            <a:spLocks noGrp="1"/>
          </p:cNvSpPr>
          <p:nvPr>
            <p:ph type="ctrTitle"/>
          </p:nvPr>
        </p:nvSpPr>
        <p:spPr>
          <a:xfrm>
            <a:off x="703980" y="896628"/>
            <a:ext cx="7704000" cy="158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ID" sz="3600" b="1" dirty="0"/>
            </a:br>
            <a:r>
              <a:rPr lang="en-ID" sz="3600" b="1" dirty="0">
                <a:latin typeface="Tenor Sans"/>
                <a:ea typeface="Tenor Sans"/>
                <a:cs typeface="Tenor Sans"/>
                <a:sym typeface="Tenor Sans"/>
              </a:rPr>
              <a:t>PORTOFOLIO</a:t>
            </a:r>
          </a:p>
        </p:txBody>
      </p:sp>
      <p:sp>
        <p:nvSpPr>
          <p:cNvPr id="167" name="Google Shape;167;p32"/>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2"/>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Subtitle 3">
            <a:extLst>
              <a:ext uri="{FF2B5EF4-FFF2-40B4-BE49-F238E27FC236}">
                <a16:creationId xmlns:a16="http://schemas.microsoft.com/office/drawing/2014/main" id="{62E8994C-3529-2596-F922-243E519BE36B}"/>
              </a:ext>
            </a:extLst>
          </p:cNvPr>
          <p:cNvSpPr>
            <a:spLocks noGrp="1"/>
          </p:cNvSpPr>
          <p:nvPr>
            <p:ph type="subTitle" idx="1"/>
          </p:nvPr>
        </p:nvSpPr>
        <p:spPr>
          <a:xfrm>
            <a:off x="703980" y="2661373"/>
            <a:ext cx="3810719" cy="2189300"/>
          </a:xfrm>
        </p:spPr>
        <p:txBody>
          <a:bodyPr/>
          <a:lstStyle/>
          <a:p>
            <a:r>
              <a:rPr lang="en-US" sz="2000" dirty="0"/>
              <a:t>DISYA NURUL ARIZA</a:t>
            </a:r>
          </a:p>
          <a:p>
            <a:endParaRPr lang="en-US" dirty="0"/>
          </a:p>
          <a:p>
            <a:endParaRPr lang="en-US" dirty="0"/>
          </a:p>
          <a:p>
            <a:r>
              <a:rPr lang="en-ID" dirty="0"/>
              <a:t>📞 089528640636 |</a:t>
            </a:r>
          </a:p>
          <a:p>
            <a:r>
              <a:rPr lang="en-ID" dirty="0"/>
              <a:t>📧disyaaarizaaa24@gmail.com |</a:t>
            </a:r>
          </a:p>
          <a:p>
            <a:r>
              <a:rPr lang="en-ID" dirty="0"/>
              <a:t>🔗</a:t>
            </a:r>
            <a:r>
              <a:rPr lang="en-ID" dirty="0">
                <a:hlinkClick r:id="rId3"/>
              </a:rPr>
              <a:t> LinkedIn </a:t>
            </a:r>
            <a:r>
              <a:rPr lang="en-ID" dirty="0"/>
              <a:t>| </a:t>
            </a:r>
          </a:p>
          <a:p>
            <a:endParaRPr lang="en-ID" dirty="0"/>
          </a:p>
        </p:txBody>
      </p:sp>
      <p:sp>
        <p:nvSpPr>
          <p:cNvPr id="5" name="Rectangle: Rounded Corners 4">
            <a:extLst>
              <a:ext uri="{FF2B5EF4-FFF2-40B4-BE49-F238E27FC236}">
                <a16:creationId xmlns:a16="http://schemas.microsoft.com/office/drawing/2014/main" id="{19F570CE-B44E-3D1F-A021-D034AC67A134}"/>
              </a:ext>
            </a:extLst>
          </p:cNvPr>
          <p:cNvSpPr/>
          <p:nvPr/>
        </p:nvSpPr>
        <p:spPr>
          <a:xfrm>
            <a:off x="5548607" y="1371600"/>
            <a:ext cx="2473768" cy="3257550"/>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cxnSp>
        <p:nvCxnSpPr>
          <p:cNvPr id="239" name="Google Shape;239;p36"/>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240" name="Google Shape;240;p36"/>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242" name="Google Shape;242;p36"/>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TENTANG SAYA</a:t>
            </a:r>
            <a:endParaRPr dirty="0"/>
          </a:p>
        </p:txBody>
      </p:sp>
      <p:sp>
        <p:nvSpPr>
          <p:cNvPr id="243" name="Google Shape;243;p36"/>
          <p:cNvSpPr txBox="1">
            <a:spLocks noGrp="1"/>
          </p:cNvSpPr>
          <p:nvPr>
            <p:ph type="subTitle" idx="1"/>
          </p:nvPr>
        </p:nvSpPr>
        <p:spPr>
          <a:xfrm>
            <a:off x="643587" y="2416496"/>
            <a:ext cx="4151744" cy="2307900"/>
          </a:xfrm>
          <a:prstGeom prst="rect">
            <a:avLst/>
          </a:prstGeom>
        </p:spPr>
        <p:txBody>
          <a:bodyPr spcFirstLastPara="1" wrap="square" lIns="91425" tIns="91425" rIns="91425" bIns="91425" anchor="t" anchorCtr="0">
            <a:noAutofit/>
          </a:bodyPr>
          <a:lstStyle/>
          <a:p>
            <a:pPr marL="360000" indent="0" algn="just"/>
            <a:r>
              <a:rPr lang="id-ID" dirty="0"/>
              <a:t>Lulusan baru Teknologi Informasi Universitas Bina Sarana Informatika dengan minat besar di bidang analisis data, statistika, dan visualisasi. Berpengalaman menggunakan Python, MySQL, RapidMiner, Tableau, Looker Studio dan Power BI untuk mengolah data dan mendukung pengambilan keputusan berbasis data</a:t>
            </a:r>
            <a:endParaRPr lang="en-ID" dirty="0"/>
          </a:p>
        </p:txBody>
      </p:sp>
      <p:grpSp>
        <p:nvGrpSpPr>
          <p:cNvPr id="244" name="Google Shape;244;p36"/>
          <p:cNvGrpSpPr/>
          <p:nvPr/>
        </p:nvGrpSpPr>
        <p:grpSpPr>
          <a:xfrm rot="10800000">
            <a:off x="4090065" y="4144997"/>
            <a:ext cx="3234860" cy="1997006"/>
            <a:chOff x="4139500" y="1350563"/>
            <a:chExt cx="2501825" cy="1544475"/>
          </a:xfrm>
        </p:grpSpPr>
        <p:sp>
          <p:nvSpPr>
            <p:cNvPr id="245" name="Google Shape;245;p36"/>
            <p:cNvSpPr/>
            <p:nvPr/>
          </p:nvSpPr>
          <p:spPr>
            <a:xfrm>
              <a:off x="5978325" y="1852588"/>
              <a:ext cx="541225" cy="540425"/>
            </a:xfrm>
            <a:custGeom>
              <a:avLst/>
              <a:gdLst/>
              <a:ahLst/>
              <a:cxnLst/>
              <a:rect l="l" t="t" r="r" b="b"/>
              <a:pathLst>
                <a:path w="21649" h="21617" fill="none" extrusionOk="0">
                  <a:moveTo>
                    <a:pt x="10841" y="21616"/>
                  </a:moveTo>
                  <a:cubicBezTo>
                    <a:pt x="16812" y="21616"/>
                    <a:pt x="21649" y="16780"/>
                    <a:pt x="21649" y="10809"/>
                  </a:cubicBezTo>
                  <a:cubicBezTo>
                    <a:pt x="21649" y="4838"/>
                    <a:pt x="16812" y="1"/>
                    <a:pt x="10841" y="1"/>
                  </a:cubicBezTo>
                  <a:cubicBezTo>
                    <a:pt x="4870" y="1"/>
                    <a:pt x="0" y="4838"/>
                    <a:pt x="0" y="10809"/>
                  </a:cubicBezTo>
                  <a:cubicBezTo>
                    <a:pt x="0" y="16780"/>
                    <a:pt x="4870" y="21616"/>
                    <a:pt x="10841" y="21616"/>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6"/>
            <p:cNvSpPr/>
            <p:nvPr/>
          </p:nvSpPr>
          <p:spPr>
            <a:xfrm>
              <a:off x="5873250" y="2016888"/>
              <a:ext cx="593775" cy="593775"/>
            </a:xfrm>
            <a:custGeom>
              <a:avLst/>
              <a:gdLst/>
              <a:ahLst/>
              <a:cxnLst/>
              <a:rect l="l" t="t" r="r" b="b"/>
              <a:pathLst>
                <a:path w="23751" h="23751" fill="none" extrusionOk="0">
                  <a:moveTo>
                    <a:pt x="4203" y="19548"/>
                  </a:moveTo>
                  <a:cubicBezTo>
                    <a:pt x="8439" y="23751"/>
                    <a:pt x="15278" y="23751"/>
                    <a:pt x="19514" y="19548"/>
                  </a:cubicBezTo>
                  <a:cubicBezTo>
                    <a:pt x="23750" y="15311"/>
                    <a:pt x="23750" y="8473"/>
                    <a:pt x="19514" y="4237"/>
                  </a:cubicBezTo>
                  <a:cubicBezTo>
                    <a:pt x="15278" y="0"/>
                    <a:pt x="8439" y="0"/>
                    <a:pt x="4203" y="4237"/>
                  </a:cubicBezTo>
                  <a:cubicBezTo>
                    <a:pt x="0" y="8473"/>
                    <a:pt x="0" y="15311"/>
                    <a:pt x="4203" y="19548"/>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6"/>
            <p:cNvSpPr/>
            <p:nvPr/>
          </p:nvSpPr>
          <p:spPr>
            <a:xfrm>
              <a:off x="5708125" y="2122788"/>
              <a:ext cx="541250" cy="541250"/>
            </a:xfrm>
            <a:custGeom>
              <a:avLst/>
              <a:gdLst/>
              <a:ahLst/>
              <a:cxnLst/>
              <a:rect l="l" t="t" r="r" b="b"/>
              <a:pathLst>
                <a:path w="21650" h="21650" fill="none" extrusionOk="0">
                  <a:moveTo>
                    <a:pt x="0" y="10808"/>
                  </a:moveTo>
                  <a:cubicBezTo>
                    <a:pt x="0" y="16779"/>
                    <a:pt x="4837" y="21616"/>
                    <a:pt x="10841" y="21616"/>
                  </a:cubicBezTo>
                  <a:cubicBezTo>
                    <a:pt x="16812" y="21649"/>
                    <a:pt x="21649" y="16779"/>
                    <a:pt x="21649" y="10808"/>
                  </a:cubicBezTo>
                  <a:cubicBezTo>
                    <a:pt x="21649" y="4837"/>
                    <a:pt x="16812" y="1"/>
                    <a:pt x="10808" y="1"/>
                  </a:cubicBezTo>
                  <a:cubicBezTo>
                    <a:pt x="4837" y="1"/>
                    <a:pt x="0" y="4837"/>
                    <a:pt x="0" y="10808"/>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6"/>
            <p:cNvSpPr/>
            <p:nvPr/>
          </p:nvSpPr>
          <p:spPr>
            <a:xfrm>
              <a:off x="5490475" y="2016888"/>
              <a:ext cx="593775" cy="593775"/>
            </a:xfrm>
            <a:custGeom>
              <a:avLst/>
              <a:gdLst/>
              <a:ahLst/>
              <a:cxnLst/>
              <a:rect l="l" t="t" r="r" b="b"/>
              <a:pathLst>
                <a:path w="23751" h="23751" fill="none" extrusionOk="0">
                  <a:moveTo>
                    <a:pt x="4237" y="4237"/>
                  </a:moveTo>
                  <a:cubicBezTo>
                    <a:pt x="0" y="8473"/>
                    <a:pt x="0" y="15311"/>
                    <a:pt x="4237" y="19548"/>
                  </a:cubicBezTo>
                  <a:cubicBezTo>
                    <a:pt x="8440" y="23751"/>
                    <a:pt x="15311" y="23751"/>
                    <a:pt x="19514" y="19548"/>
                  </a:cubicBezTo>
                  <a:cubicBezTo>
                    <a:pt x="23750" y="15311"/>
                    <a:pt x="23750" y="8473"/>
                    <a:pt x="19514" y="4237"/>
                  </a:cubicBezTo>
                  <a:cubicBezTo>
                    <a:pt x="15311" y="0"/>
                    <a:pt x="8440" y="0"/>
                    <a:pt x="4237" y="4237"/>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6"/>
            <p:cNvSpPr/>
            <p:nvPr/>
          </p:nvSpPr>
          <p:spPr>
            <a:xfrm>
              <a:off x="5437925" y="1852588"/>
              <a:ext cx="541250" cy="540425"/>
            </a:xfrm>
            <a:custGeom>
              <a:avLst/>
              <a:gdLst/>
              <a:ahLst/>
              <a:cxnLst/>
              <a:rect l="l" t="t" r="r" b="b"/>
              <a:pathLst>
                <a:path w="21650" h="21617" fill="none" extrusionOk="0">
                  <a:moveTo>
                    <a:pt x="10808" y="1"/>
                  </a:moveTo>
                  <a:cubicBezTo>
                    <a:pt x="4837" y="1"/>
                    <a:pt x="1" y="4838"/>
                    <a:pt x="1" y="10809"/>
                  </a:cubicBezTo>
                  <a:cubicBezTo>
                    <a:pt x="1" y="16780"/>
                    <a:pt x="4837" y="21616"/>
                    <a:pt x="10808" y="21616"/>
                  </a:cubicBezTo>
                  <a:cubicBezTo>
                    <a:pt x="16779" y="21616"/>
                    <a:pt x="21649" y="16780"/>
                    <a:pt x="21616" y="10809"/>
                  </a:cubicBezTo>
                  <a:cubicBezTo>
                    <a:pt x="21649" y="4838"/>
                    <a:pt x="16779" y="1"/>
                    <a:pt x="10808"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6"/>
            <p:cNvSpPr/>
            <p:nvPr/>
          </p:nvSpPr>
          <p:spPr>
            <a:xfrm>
              <a:off x="5490475" y="1634938"/>
              <a:ext cx="593775" cy="593775"/>
            </a:xfrm>
            <a:custGeom>
              <a:avLst/>
              <a:gdLst/>
              <a:ahLst/>
              <a:cxnLst/>
              <a:rect l="l" t="t" r="r" b="b"/>
              <a:pathLst>
                <a:path w="23751" h="23751" fill="none" extrusionOk="0">
                  <a:moveTo>
                    <a:pt x="19514" y="4204"/>
                  </a:moveTo>
                  <a:cubicBezTo>
                    <a:pt x="15311" y="1"/>
                    <a:pt x="8440" y="1"/>
                    <a:pt x="4237" y="4204"/>
                  </a:cubicBezTo>
                  <a:cubicBezTo>
                    <a:pt x="0" y="8440"/>
                    <a:pt x="0" y="15278"/>
                    <a:pt x="4237" y="19515"/>
                  </a:cubicBezTo>
                  <a:cubicBezTo>
                    <a:pt x="8473" y="23751"/>
                    <a:pt x="15311" y="23751"/>
                    <a:pt x="19514" y="19515"/>
                  </a:cubicBezTo>
                  <a:cubicBezTo>
                    <a:pt x="23750" y="15278"/>
                    <a:pt x="23750" y="8440"/>
                    <a:pt x="19514" y="4204"/>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6"/>
            <p:cNvSpPr/>
            <p:nvPr/>
          </p:nvSpPr>
          <p:spPr>
            <a:xfrm>
              <a:off x="5708125" y="1581563"/>
              <a:ext cx="541250" cy="541250"/>
            </a:xfrm>
            <a:custGeom>
              <a:avLst/>
              <a:gdLst/>
              <a:ahLst/>
              <a:cxnLst/>
              <a:rect l="l" t="t" r="r" b="b"/>
              <a:pathLst>
                <a:path w="21650" h="21650" fill="none" extrusionOk="0">
                  <a:moveTo>
                    <a:pt x="21649" y="10842"/>
                  </a:moveTo>
                  <a:cubicBezTo>
                    <a:pt x="21649" y="4871"/>
                    <a:pt x="16779" y="34"/>
                    <a:pt x="10808" y="1"/>
                  </a:cubicBezTo>
                  <a:cubicBezTo>
                    <a:pt x="4837" y="1"/>
                    <a:pt x="0" y="4871"/>
                    <a:pt x="0" y="10842"/>
                  </a:cubicBezTo>
                  <a:cubicBezTo>
                    <a:pt x="0" y="16813"/>
                    <a:pt x="4837" y="21650"/>
                    <a:pt x="10808" y="21650"/>
                  </a:cubicBezTo>
                  <a:cubicBezTo>
                    <a:pt x="16812" y="21650"/>
                    <a:pt x="21649" y="16813"/>
                    <a:pt x="21649" y="10842"/>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6"/>
            <p:cNvSpPr/>
            <p:nvPr/>
          </p:nvSpPr>
          <p:spPr>
            <a:xfrm>
              <a:off x="5873250" y="1634938"/>
              <a:ext cx="593775" cy="593775"/>
            </a:xfrm>
            <a:custGeom>
              <a:avLst/>
              <a:gdLst/>
              <a:ahLst/>
              <a:cxnLst/>
              <a:rect l="l" t="t" r="r" b="b"/>
              <a:pathLst>
                <a:path w="23751" h="23751" fill="none" extrusionOk="0">
                  <a:moveTo>
                    <a:pt x="19514" y="19515"/>
                  </a:moveTo>
                  <a:cubicBezTo>
                    <a:pt x="23750" y="15278"/>
                    <a:pt x="23750" y="8440"/>
                    <a:pt x="19514" y="4204"/>
                  </a:cubicBezTo>
                  <a:cubicBezTo>
                    <a:pt x="15278" y="1"/>
                    <a:pt x="8439" y="1"/>
                    <a:pt x="4236" y="4204"/>
                  </a:cubicBezTo>
                  <a:cubicBezTo>
                    <a:pt x="0" y="8440"/>
                    <a:pt x="0" y="15278"/>
                    <a:pt x="4203" y="19515"/>
                  </a:cubicBezTo>
                  <a:cubicBezTo>
                    <a:pt x="8439" y="23751"/>
                    <a:pt x="15278" y="23751"/>
                    <a:pt x="19514" y="19515"/>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6"/>
            <p:cNvSpPr/>
            <p:nvPr/>
          </p:nvSpPr>
          <p:spPr>
            <a:xfrm>
              <a:off x="4510600" y="1350563"/>
              <a:ext cx="1543625" cy="1544475"/>
            </a:xfrm>
            <a:custGeom>
              <a:avLst/>
              <a:gdLst/>
              <a:ahLst/>
              <a:cxnLst/>
              <a:rect l="l" t="t" r="r" b="b"/>
              <a:pathLst>
                <a:path w="61745" h="61779" fill="none" extrusionOk="0">
                  <a:moveTo>
                    <a:pt x="58275" y="24618"/>
                  </a:moveTo>
                  <a:cubicBezTo>
                    <a:pt x="61745" y="39763"/>
                    <a:pt x="52271" y="54840"/>
                    <a:pt x="37160" y="58309"/>
                  </a:cubicBezTo>
                  <a:cubicBezTo>
                    <a:pt x="22016" y="61778"/>
                    <a:pt x="6939" y="52305"/>
                    <a:pt x="3470" y="37161"/>
                  </a:cubicBezTo>
                  <a:cubicBezTo>
                    <a:pt x="1" y="22050"/>
                    <a:pt x="9441" y="6939"/>
                    <a:pt x="24585" y="3470"/>
                  </a:cubicBezTo>
                  <a:cubicBezTo>
                    <a:pt x="39729" y="1"/>
                    <a:pt x="54806" y="9474"/>
                    <a:pt x="58275" y="24618"/>
                  </a:cubicBezTo>
                  <a:close/>
                </a:path>
              </a:pathLst>
            </a:custGeom>
            <a:noFill/>
            <a:ln w="116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6"/>
            <p:cNvSpPr/>
            <p:nvPr/>
          </p:nvSpPr>
          <p:spPr>
            <a:xfrm>
              <a:off x="5024300" y="1642438"/>
              <a:ext cx="960700" cy="960725"/>
            </a:xfrm>
            <a:custGeom>
              <a:avLst/>
              <a:gdLst/>
              <a:ahLst/>
              <a:cxnLst/>
              <a:rect l="l" t="t" r="r" b="b"/>
              <a:pathLst>
                <a:path w="38428" h="38429" fill="none" extrusionOk="0">
                  <a:moveTo>
                    <a:pt x="19214" y="38428"/>
                  </a:moveTo>
                  <a:cubicBezTo>
                    <a:pt x="29822" y="38428"/>
                    <a:pt x="38428" y="29822"/>
                    <a:pt x="38428" y="19215"/>
                  </a:cubicBezTo>
                  <a:cubicBezTo>
                    <a:pt x="38428" y="8607"/>
                    <a:pt x="29822" y="1"/>
                    <a:pt x="19214" y="1"/>
                  </a:cubicBezTo>
                  <a:cubicBezTo>
                    <a:pt x="8607" y="1"/>
                    <a:pt x="1" y="8607"/>
                    <a:pt x="1" y="19215"/>
                  </a:cubicBezTo>
                  <a:cubicBezTo>
                    <a:pt x="1" y="29822"/>
                    <a:pt x="8607" y="38428"/>
                    <a:pt x="19214" y="38428"/>
                  </a:cubicBezTo>
                  <a:close/>
                </a:path>
              </a:pathLst>
            </a:custGeom>
            <a:noFill/>
            <a:ln w="116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6"/>
            <p:cNvSpPr/>
            <p:nvPr/>
          </p:nvSpPr>
          <p:spPr>
            <a:xfrm>
              <a:off x="4298775" y="1860938"/>
              <a:ext cx="523750" cy="522900"/>
            </a:xfrm>
            <a:custGeom>
              <a:avLst/>
              <a:gdLst/>
              <a:ahLst/>
              <a:cxnLst/>
              <a:rect l="l" t="t" r="r" b="b"/>
              <a:pathLst>
                <a:path w="20950" h="20916" fill="none" extrusionOk="0">
                  <a:moveTo>
                    <a:pt x="10475" y="20915"/>
                  </a:moveTo>
                  <a:cubicBezTo>
                    <a:pt x="16246" y="20915"/>
                    <a:pt x="20949" y="16245"/>
                    <a:pt x="20949" y="10475"/>
                  </a:cubicBezTo>
                  <a:cubicBezTo>
                    <a:pt x="20949" y="4670"/>
                    <a:pt x="16246" y="0"/>
                    <a:pt x="10475" y="0"/>
                  </a:cubicBezTo>
                  <a:cubicBezTo>
                    <a:pt x="4671" y="0"/>
                    <a:pt x="1" y="4670"/>
                    <a:pt x="1" y="10475"/>
                  </a:cubicBezTo>
                  <a:cubicBezTo>
                    <a:pt x="1" y="16245"/>
                    <a:pt x="4671" y="20915"/>
                    <a:pt x="10475" y="20915"/>
                  </a:cubicBezTo>
                  <a:close/>
                </a:path>
              </a:pathLst>
            </a:custGeom>
            <a:noFill/>
            <a:ln w="116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6"/>
            <p:cNvSpPr/>
            <p:nvPr/>
          </p:nvSpPr>
          <p:spPr>
            <a:xfrm>
              <a:off x="4560625" y="1962688"/>
              <a:ext cx="361125" cy="321900"/>
            </a:xfrm>
            <a:custGeom>
              <a:avLst/>
              <a:gdLst/>
              <a:ahLst/>
              <a:cxnLst/>
              <a:rect l="l" t="t" r="r" b="b"/>
              <a:pathLst>
                <a:path w="14445" h="12876" fill="none" extrusionOk="0">
                  <a:moveTo>
                    <a:pt x="1" y="6438"/>
                  </a:moveTo>
                  <a:cubicBezTo>
                    <a:pt x="1" y="6438"/>
                    <a:pt x="14445" y="0"/>
                    <a:pt x="14445" y="6438"/>
                  </a:cubicBezTo>
                  <a:cubicBezTo>
                    <a:pt x="14445" y="12876"/>
                    <a:pt x="1" y="6438"/>
                    <a:pt x="1" y="6438"/>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6"/>
            <p:cNvSpPr/>
            <p:nvPr/>
          </p:nvSpPr>
          <p:spPr>
            <a:xfrm>
              <a:off x="4560625" y="2123613"/>
              <a:ext cx="395325" cy="300250"/>
            </a:xfrm>
            <a:custGeom>
              <a:avLst/>
              <a:gdLst/>
              <a:ahLst/>
              <a:cxnLst/>
              <a:rect l="l" t="t" r="r" b="b"/>
              <a:pathLst>
                <a:path w="15813" h="12010" fill="none" extrusionOk="0">
                  <a:moveTo>
                    <a:pt x="1" y="1"/>
                  </a:moveTo>
                  <a:cubicBezTo>
                    <a:pt x="1" y="1"/>
                    <a:pt x="15812" y="368"/>
                    <a:pt x="13044" y="6205"/>
                  </a:cubicBezTo>
                  <a:cubicBezTo>
                    <a:pt x="10275" y="12010"/>
                    <a:pt x="1" y="1"/>
                    <a:pt x="1"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6"/>
            <p:cNvSpPr/>
            <p:nvPr/>
          </p:nvSpPr>
          <p:spPr>
            <a:xfrm>
              <a:off x="4560625" y="2123613"/>
              <a:ext cx="352800" cy="381975"/>
            </a:xfrm>
            <a:custGeom>
              <a:avLst/>
              <a:gdLst/>
              <a:ahLst/>
              <a:cxnLst/>
              <a:rect l="l" t="t" r="r" b="b"/>
              <a:pathLst>
                <a:path w="14112" h="15279" fill="none" extrusionOk="0">
                  <a:moveTo>
                    <a:pt x="1" y="1"/>
                  </a:moveTo>
                  <a:cubicBezTo>
                    <a:pt x="1" y="1"/>
                    <a:pt x="14111" y="7139"/>
                    <a:pt x="9107" y="11209"/>
                  </a:cubicBezTo>
                  <a:cubicBezTo>
                    <a:pt x="4137" y="15279"/>
                    <a:pt x="1" y="1"/>
                    <a:pt x="1"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6"/>
            <p:cNvSpPr/>
            <p:nvPr/>
          </p:nvSpPr>
          <p:spPr>
            <a:xfrm>
              <a:off x="4489750" y="2123613"/>
              <a:ext cx="312750" cy="389475"/>
            </a:xfrm>
            <a:custGeom>
              <a:avLst/>
              <a:gdLst/>
              <a:ahLst/>
              <a:cxnLst/>
              <a:rect l="l" t="t" r="r" b="b"/>
              <a:pathLst>
                <a:path w="12510" h="15579" fill="none" extrusionOk="0">
                  <a:moveTo>
                    <a:pt x="2836" y="1"/>
                  </a:moveTo>
                  <a:cubicBezTo>
                    <a:pt x="2836" y="1"/>
                    <a:pt x="12510" y="12510"/>
                    <a:pt x="6272" y="14044"/>
                  </a:cubicBezTo>
                  <a:cubicBezTo>
                    <a:pt x="1" y="15579"/>
                    <a:pt x="2836" y="1"/>
                    <a:pt x="2836"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6"/>
            <p:cNvSpPr/>
            <p:nvPr/>
          </p:nvSpPr>
          <p:spPr>
            <a:xfrm>
              <a:off x="4329650" y="2123613"/>
              <a:ext cx="315250" cy="386150"/>
            </a:xfrm>
            <a:custGeom>
              <a:avLst/>
              <a:gdLst/>
              <a:ahLst/>
              <a:cxnLst/>
              <a:rect l="l" t="t" r="r" b="b"/>
              <a:pathLst>
                <a:path w="12610" h="15446" fill="none" extrusionOk="0">
                  <a:moveTo>
                    <a:pt x="9240" y="1"/>
                  </a:moveTo>
                  <a:cubicBezTo>
                    <a:pt x="9240" y="1"/>
                    <a:pt x="12609" y="15445"/>
                    <a:pt x="6305" y="14144"/>
                  </a:cubicBezTo>
                  <a:cubicBezTo>
                    <a:pt x="0" y="12843"/>
                    <a:pt x="9240" y="1"/>
                    <a:pt x="9240"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6"/>
            <p:cNvSpPr/>
            <p:nvPr/>
          </p:nvSpPr>
          <p:spPr>
            <a:xfrm>
              <a:off x="4213725" y="2123613"/>
              <a:ext cx="346925" cy="385300"/>
            </a:xfrm>
            <a:custGeom>
              <a:avLst/>
              <a:gdLst/>
              <a:ahLst/>
              <a:cxnLst/>
              <a:rect l="l" t="t" r="r" b="b"/>
              <a:pathLst>
                <a:path w="13877" h="15412" fill="none" extrusionOk="0">
                  <a:moveTo>
                    <a:pt x="13877" y="1"/>
                  </a:moveTo>
                  <a:cubicBezTo>
                    <a:pt x="13877" y="1"/>
                    <a:pt x="10274" y="15412"/>
                    <a:pt x="5137" y="11509"/>
                  </a:cubicBezTo>
                  <a:cubicBezTo>
                    <a:pt x="0" y="7640"/>
                    <a:pt x="13877" y="1"/>
                    <a:pt x="13877"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6"/>
            <p:cNvSpPr/>
            <p:nvPr/>
          </p:nvSpPr>
          <p:spPr>
            <a:xfrm>
              <a:off x="4165350" y="2123613"/>
              <a:ext cx="395300" cy="309425"/>
            </a:xfrm>
            <a:custGeom>
              <a:avLst/>
              <a:gdLst/>
              <a:ahLst/>
              <a:cxnLst/>
              <a:rect l="l" t="t" r="r" b="b"/>
              <a:pathLst>
                <a:path w="15812" h="12377" fill="none" extrusionOk="0">
                  <a:moveTo>
                    <a:pt x="15812" y="1"/>
                  </a:moveTo>
                  <a:cubicBezTo>
                    <a:pt x="15812" y="1"/>
                    <a:pt x="5938" y="12376"/>
                    <a:pt x="2969" y="6672"/>
                  </a:cubicBezTo>
                  <a:cubicBezTo>
                    <a:pt x="1" y="935"/>
                    <a:pt x="15812" y="1"/>
                    <a:pt x="15812" y="1"/>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6"/>
            <p:cNvSpPr/>
            <p:nvPr/>
          </p:nvSpPr>
          <p:spPr>
            <a:xfrm>
              <a:off x="4192875" y="1975188"/>
              <a:ext cx="367775" cy="321925"/>
            </a:xfrm>
            <a:custGeom>
              <a:avLst/>
              <a:gdLst/>
              <a:ahLst/>
              <a:cxnLst/>
              <a:rect l="l" t="t" r="r" b="b"/>
              <a:pathLst>
                <a:path w="14711" h="12877" fill="none" extrusionOk="0">
                  <a:moveTo>
                    <a:pt x="14711" y="5938"/>
                  </a:moveTo>
                  <a:cubicBezTo>
                    <a:pt x="14711" y="5938"/>
                    <a:pt x="467" y="12876"/>
                    <a:pt x="234" y="6438"/>
                  </a:cubicBezTo>
                  <a:cubicBezTo>
                    <a:pt x="0" y="0"/>
                    <a:pt x="14711" y="5938"/>
                    <a:pt x="14711" y="5938"/>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6"/>
            <p:cNvSpPr/>
            <p:nvPr/>
          </p:nvSpPr>
          <p:spPr>
            <a:xfrm>
              <a:off x="4164525" y="1831738"/>
              <a:ext cx="396125" cy="296075"/>
            </a:xfrm>
            <a:custGeom>
              <a:avLst/>
              <a:gdLst/>
              <a:ahLst/>
              <a:cxnLst/>
              <a:rect l="l" t="t" r="r" b="b"/>
              <a:pathLst>
                <a:path w="15845" h="11843" fill="none" extrusionOk="0">
                  <a:moveTo>
                    <a:pt x="15845" y="11676"/>
                  </a:moveTo>
                  <a:cubicBezTo>
                    <a:pt x="15845" y="11676"/>
                    <a:pt x="0" y="11843"/>
                    <a:pt x="2569" y="5939"/>
                  </a:cubicBezTo>
                  <a:cubicBezTo>
                    <a:pt x="5104" y="1"/>
                    <a:pt x="15845" y="11676"/>
                    <a:pt x="15845" y="11676"/>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6"/>
            <p:cNvSpPr/>
            <p:nvPr/>
          </p:nvSpPr>
          <p:spPr>
            <a:xfrm>
              <a:off x="4201225" y="1745013"/>
              <a:ext cx="359425" cy="378625"/>
            </a:xfrm>
            <a:custGeom>
              <a:avLst/>
              <a:gdLst/>
              <a:ahLst/>
              <a:cxnLst/>
              <a:rect l="l" t="t" r="r" b="b"/>
              <a:pathLst>
                <a:path w="14377" h="15145" fill="none" extrusionOk="0">
                  <a:moveTo>
                    <a:pt x="14377" y="15145"/>
                  </a:moveTo>
                  <a:cubicBezTo>
                    <a:pt x="14377" y="15145"/>
                    <a:pt x="0" y="8507"/>
                    <a:pt x="4837" y="4237"/>
                  </a:cubicBezTo>
                  <a:cubicBezTo>
                    <a:pt x="9674" y="1"/>
                    <a:pt x="14377" y="15145"/>
                    <a:pt x="14377" y="15145"/>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6"/>
            <p:cNvSpPr/>
            <p:nvPr/>
          </p:nvSpPr>
          <p:spPr>
            <a:xfrm>
              <a:off x="4307125" y="1731688"/>
              <a:ext cx="309400" cy="391950"/>
            </a:xfrm>
            <a:custGeom>
              <a:avLst/>
              <a:gdLst/>
              <a:ahLst/>
              <a:cxnLst/>
              <a:rect l="l" t="t" r="r" b="b"/>
              <a:pathLst>
                <a:path w="12376" h="15678" fill="none" extrusionOk="0">
                  <a:moveTo>
                    <a:pt x="10141" y="15678"/>
                  </a:moveTo>
                  <a:cubicBezTo>
                    <a:pt x="10141" y="15678"/>
                    <a:pt x="0" y="3503"/>
                    <a:pt x="6205" y="1735"/>
                  </a:cubicBezTo>
                  <a:cubicBezTo>
                    <a:pt x="12376" y="0"/>
                    <a:pt x="10141" y="15678"/>
                    <a:pt x="10141" y="15678"/>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6"/>
            <p:cNvSpPr/>
            <p:nvPr/>
          </p:nvSpPr>
          <p:spPr>
            <a:xfrm>
              <a:off x="4462225" y="1740013"/>
              <a:ext cx="316925" cy="383625"/>
            </a:xfrm>
            <a:custGeom>
              <a:avLst/>
              <a:gdLst/>
              <a:ahLst/>
              <a:cxnLst/>
              <a:rect l="l" t="t" r="r" b="b"/>
              <a:pathLst>
                <a:path w="12677" h="15345" fill="none" extrusionOk="0">
                  <a:moveTo>
                    <a:pt x="3937" y="15345"/>
                  </a:moveTo>
                  <a:cubicBezTo>
                    <a:pt x="3937" y="15345"/>
                    <a:pt x="1" y="1"/>
                    <a:pt x="6339" y="1068"/>
                  </a:cubicBezTo>
                  <a:cubicBezTo>
                    <a:pt x="12677" y="2135"/>
                    <a:pt x="3937" y="15345"/>
                    <a:pt x="3937" y="15345"/>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6"/>
            <p:cNvSpPr/>
            <p:nvPr/>
          </p:nvSpPr>
          <p:spPr>
            <a:xfrm>
              <a:off x="4560625" y="1735013"/>
              <a:ext cx="339450" cy="388625"/>
            </a:xfrm>
            <a:custGeom>
              <a:avLst/>
              <a:gdLst/>
              <a:ahLst/>
              <a:cxnLst/>
              <a:rect l="l" t="t" r="r" b="b"/>
              <a:pathLst>
                <a:path w="13578" h="15545" fill="none" extrusionOk="0">
                  <a:moveTo>
                    <a:pt x="1" y="15545"/>
                  </a:moveTo>
                  <a:cubicBezTo>
                    <a:pt x="1" y="15545"/>
                    <a:pt x="3036" y="0"/>
                    <a:pt x="8307" y="3703"/>
                  </a:cubicBezTo>
                  <a:cubicBezTo>
                    <a:pt x="13577" y="7372"/>
                    <a:pt x="1" y="15545"/>
                    <a:pt x="1" y="15545"/>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6"/>
            <p:cNvSpPr/>
            <p:nvPr/>
          </p:nvSpPr>
          <p:spPr>
            <a:xfrm>
              <a:off x="4560625" y="1815063"/>
              <a:ext cx="395325" cy="308575"/>
            </a:xfrm>
            <a:custGeom>
              <a:avLst/>
              <a:gdLst/>
              <a:ahLst/>
              <a:cxnLst/>
              <a:rect l="l" t="t" r="r" b="b"/>
              <a:pathLst>
                <a:path w="15813" h="12343" fill="none" extrusionOk="0">
                  <a:moveTo>
                    <a:pt x="1" y="12343"/>
                  </a:moveTo>
                  <a:cubicBezTo>
                    <a:pt x="1" y="12343"/>
                    <a:pt x="9941" y="1"/>
                    <a:pt x="12877" y="5738"/>
                  </a:cubicBezTo>
                  <a:cubicBezTo>
                    <a:pt x="15812" y="11476"/>
                    <a:pt x="1" y="12343"/>
                    <a:pt x="1" y="12343"/>
                  </a:cubicBezTo>
                  <a:close/>
                </a:path>
              </a:pathLst>
            </a:custGeom>
            <a:no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6"/>
            <p:cNvSpPr/>
            <p:nvPr/>
          </p:nvSpPr>
          <p:spPr>
            <a:xfrm>
              <a:off x="4953425" y="2108613"/>
              <a:ext cx="28375" cy="27550"/>
            </a:xfrm>
            <a:custGeom>
              <a:avLst/>
              <a:gdLst/>
              <a:ahLst/>
              <a:cxnLst/>
              <a:rect l="l" t="t" r="r" b="b"/>
              <a:pathLst>
                <a:path w="1135" h="1102" extrusionOk="0">
                  <a:moveTo>
                    <a:pt x="567" y="1"/>
                  </a:moveTo>
                  <a:cubicBezTo>
                    <a:pt x="267" y="1"/>
                    <a:pt x="0" y="234"/>
                    <a:pt x="0" y="534"/>
                  </a:cubicBezTo>
                  <a:cubicBezTo>
                    <a:pt x="0" y="868"/>
                    <a:pt x="267" y="1101"/>
                    <a:pt x="567" y="1101"/>
                  </a:cubicBezTo>
                  <a:cubicBezTo>
                    <a:pt x="867" y="1101"/>
                    <a:pt x="1134" y="868"/>
                    <a:pt x="1134" y="534"/>
                  </a:cubicBezTo>
                  <a:cubicBezTo>
                    <a:pt x="1134" y="234"/>
                    <a:pt x="867" y="1"/>
                    <a:pt x="567"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6"/>
            <p:cNvSpPr/>
            <p:nvPr/>
          </p:nvSpPr>
          <p:spPr>
            <a:xfrm>
              <a:off x="4139500" y="2108613"/>
              <a:ext cx="27550" cy="27550"/>
            </a:xfrm>
            <a:custGeom>
              <a:avLst/>
              <a:gdLst/>
              <a:ahLst/>
              <a:cxnLst/>
              <a:rect l="l" t="t" r="r" b="b"/>
              <a:pathLst>
                <a:path w="1102" h="1102" extrusionOk="0">
                  <a:moveTo>
                    <a:pt x="568" y="1"/>
                  </a:moveTo>
                  <a:cubicBezTo>
                    <a:pt x="267" y="1"/>
                    <a:pt x="1" y="234"/>
                    <a:pt x="1" y="568"/>
                  </a:cubicBezTo>
                  <a:cubicBezTo>
                    <a:pt x="1" y="868"/>
                    <a:pt x="267" y="1101"/>
                    <a:pt x="568" y="1101"/>
                  </a:cubicBezTo>
                  <a:cubicBezTo>
                    <a:pt x="868" y="1101"/>
                    <a:pt x="1101" y="868"/>
                    <a:pt x="1101" y="568"/>
                  </a:cubicBezTo>
                  <a:cubicBezTo>
                    <a:pt x="1101" y="234"/>
                    <a:pt x="868" y="1"/>
                    <a:pt x="5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6"/>
            <p:cNvSpPr/>
            <p:nvPr/>
          </p:nvSpPr>
          <p:spPr>
            <a:xfrm>
              <a:off x="4546450" y="2515563"/>
              <a:ext cx="28400" cy="27550"/>
            </a:xfrm>
            <a:custGeom>
              <a:avLst/>
              <a:gdLst/>
              <a:ahLst/>
              <a:cxnLst/>
              <a:rect l="l" t="t" r="r" b="b"/>
              <a:pathLst>
                <a:path w="1136" h="1102" extrusionOk="0">
                  <a:moveTo>
                    <a:pt x="568" y="1"/>
                  </a:moveTo>
                  <a:cubicBezTo>
                    <a:pt x="268" y="1"/>
                    <a:pt x="1" y="234"/>
                    <a:pt x="1" y="568"/>
                  </a:cubicBezTo>
                  <a:cubicBezTo>
                    <a:pt x="1" y="868"/>
                    <a:pt x="268" y="1102"/>
                    <a:pt x="568" y="1102"/>
                  </a:cubicBezTo>
                  <a:cubicBezTo>
                    <a:pt x="868" y="1102"/>
                    <a:pt x="1135" y="868"/>
                    <a:pt x="1135" y="568"/>
                  </a:cubicBezTo>
                  <a:cubicBezTo>
                    <a:pt x="1135" y="234"/>
                    <a:pt x="868" y="1"/>
                    <a:pt x="5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6"/>
            <p:cNvSpPr/>
            <p:nvPr/>
          </p:nvSpPr>
          <p:spPr>
            <a:xfrm>
              <a:off x="4546450" y="1701663"/>
              <a:ext cx="28400" cy="27525"/>
            </a:xfrm>
            <a:custGeom>
              <a:avLst/>
              <a:gdLst/>
              <a:ahLst/>
              <a:cxnLst/>
              <a:rect l="l" t="t" r="r" b="b"/>
              <a:pathLst>
                <a:path w="1136" h="1101" extrusionOk="0">
                  <a:moveTo>
                    <a:pt x="568" y="0"/>
                  </a:moveTo>
                  <a:cubicBezTo>
                    <a:pt x="268" y="0"/>
                    <a:pt x="1" y="234"/>
                    <a:pt x="1" y="534"/>
                  </a:cubicBezTo>
                  <a:cubicBezTo>
                    <a:pt x="1" y="867"/>
                    <a:pt x="268" y="1101"/>
                    <a:pt x="568" y="1101"/>
                  </a:cubicBezTo>
                  <a:cubicBezTo>
                    <a:pt x="868" y="1101"/>
                    <a:pt x="1135" y="867"/>
                    <a:pt x="1135" y="534"/>
                  </a:cubicBezTo>
                  <a:cubicBezTo>
                    <a:pt x="1135" y="234"/>
                    <a:pt x="868" y="0"/>
                    <a:pt x="568"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6"/>
            <p:cNvSpPr/>
            <p:nvPr/>
          </p:nvSpPr>
          <p:spPr>
            <a:xfrm>
              <a:off x="6597925" y="2101113"/>
              <a:ext cx="43400" cy="43375"/>
            </a:xfrm>
            <a:custGeom>
              <a:avLst/>
              <a:gdLst/>
              <a:ahLst/>
              <a:cxnLst/>
              <a:rect l="l" t="t" r="r" b="b"/>
              <a:pathLst>
                <a:path w="1736" h="1735" extrusionOk="0">
                  <a:moveTo>
                    <a:pt x="868" y="0"/>
                  </a:moveTo>
                  <a:cubicBezTo>
                    <a:pt x="367" y="0"/>
                    <a:pt x="1" y="401"/>
                    <a:pt x="1" y="868"/>
                  </a:cubicBezTo>
                  <a:cubicBezTo>
                    <a:pt x="1" y="1335"/>
                    <a:pt x="367" y="1735"/>
                    <a:pt x="868" y="1735"/>
                  </a:cubicBezTo>
                  <a:cubicBezTo>
                    <a:pt x="1335" y="1735"/>
                    <a:pt x="1735" y="1335"/>
                    <a:pt x="1735" y="868"/>
                  </a:cubicBezTo>
                  <a:cubicBezTo>
                    <a:pt x="1735" y="401"/>
                    <a:pt x="1335" y="0"/>
                    <a:pt x="868"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6"/>
            <p:cNvSpPr/>
            <p:nvPr/>
          </p:nvSpPr>
          <p:spPr>
            <a:xfrm>
              <a:off x="5316175" y="2101113"/>
              <a:ext cx="43400" cy="43375"/>
            </a:xfrm>
            <a:custGeom>
              <a:avLst/>
              <a:gdLst/>
              <a:ahLst/>
              <a:cxnLst/>
              <a:rect l="l" t="t" r="r" b="b"/>
              <a:pathLst>
                <a:path w="1736" h="1735" extrusionOk="0">
                  <a:moveTo>
                    <a:pt x="868" y="0"/>
                  </a:moveTo>
                  <a:cubicBezTo>
                    <a:pt x="401" y="0"/>
                    <a:pt x="1" y="401"/>
                    <a:pt x="1" y="868"/>
                  </a:cubicBezTo>
                  <a:cubicBezTo>
                    <a:pt x="1" y="1335"/>
                    <a:pt x="401" y="1735"/>
                    <a:pt x="868" y="1735"/>
                  </a:cubicBezTo>
                  <a:cubicBezTo>
                    <a:pt x="1335" y="1735"/>
                    <a:pt x="1735" y="1335"/>
                    <a:pt x="1735" y="868"/>
                  </a:cubicBezTo>
                  <a:cubicBezTo>
                    <a:pt x="1735" y="401"/>
                    <a:pt x="1335" y="0"/>
                    <a:pt x="868"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6"/>
            <p:cNvSpPr/>
            <p:nvPr/>
          </p:nvSpPr>
          <p:spPr>
            <a:xfrm>
              <a:off x="5956625" y="2741563"/>
              <a:ext cx="44225" cy="44225"/>
            </a:xfrm>
            <a:custGeom>
              <a:avLst/>
              <a:gdLst/>
              <a:ahLst/>
              <a:cxnLst/>
              <a:rect l="l" t="t" r="r" b="b"/>
              <a:pathLst>
                <a:path w="1769" h="1769" extrusionOk="0">
                  <a:moveTo>
                    <a:pt x="868" y="1"/>
                  </a:moveTo>
                  <a:cubicBezTo>
                    <a:pt x="401" y="1"/>
                    <a:pt x="1" y="401"/>
                    <a:pt x="1" y="868"/>
                  </a:cubicBezTo>
                  <a:cubicBezTo>
                    <a:pt x="1" y="1368"/>
                    <a:pt x="401" y="1769"/>
                    <a:pt x="868" y="1769"/>
                  </a:cubicBezTo>
                  <a:cubicBezTo>
                    <a:pt x="1368" y="1769"/>
                    <a:pt x="1769" y="1368"/>
                    <a:pt x="1769" y="868"/>
                  </a:cubicBezTo>
                  <a:cubicBezTo>
                    <a:pt x="1769" y="401"/>
                    <a:pt x="1368"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6"/>
            <p:cNvSpPr/>
            <p:nvPr/>
          </p:nvSpPr>
          <p:spPr>
            <a:xfrm>
              <a:off x="5956625" y="1459813"/>
              <a:ext cx="44225" cy="44225"/>
            </a:xfrm>
            <a:custGeom>
              <a:avLst/>
              <a:gdLst/>
              <a:ahLst/>
              <a:cxnLst/>
              <a:rect l="l" t="t" r="r" b="b"/>
              <a:pathLst>
                <a:path w="1769" h="1769" extrusionOk="0">
                  <a:moveTo>
                    <a:pt x="868" y="1"/>
                  </a:moveTo>
                  <a:cubicBezTo>
                    <a:pt x="401" y="1"/>
                    <a:pt x="1" y="401"/>
                    <a:pt x="1" y="901"/>
                  </a:cubicBezTo>
                  <a:cubicBezTo>
                    <a:pt x="1" y="1368"/>
                    <a:pt x="401" y="1769"/>
                    <a:pt x="868" y="1769"/>
                  </a:cubicBezTo>
                  <a:cubicBezTo>
                    <a:pt x="1368" y="1769"/>
                    <a:pt x="1769" y="1368"/>
                    <a:pt x="1769" y="901"/>
                  </a:cubicBezTo>
                  <a:cubicBezTo>
                    <a:pt x="1769" y="401"/>
                    <a:pt x="1368"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6"/>
            <p:cNvSpPr/>
            <p:nvPr/>
          </p:nvSpPr>
          <p:spPr>
            <a:xfrm>
              <a:off x="4560625" y="2123613"/>
              <a:ext cx="2059000" cy="25"/>
            </a:xfrm>
            <a:custGeom>
              <a:avLst/>
              <a:gdLst/>
              <a:ahLst/>
              <a:cxnLst/>
              <a:rect l="l" t="t" r="r" b="b"/>
              <a:pathLst>
                <a:path w="82360" h="1" fill="none" extrusionOk="0">
                  <a:moveTo>
                    <a:pt x="1" y="1"/>
                  </a:moveTo>
                  <a:lnTo>
                    <a:pt x="82360" y="1"/>
                  </a:lnTo>
                </a:path>
              </a:pathLst>
            </a:custGeom>
            <a:solidFill>
              <a:schemeClr val="accent2"/>
            </a:solidFill>
            <a:ln w="7500" cap="flat" cmpd="sng">
              <a:solidFill>
                <a:schemeClr val="accent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36"/>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6"/>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6510EE3D-9961-7DD9-36DD-06A14A3C0637}"/>
              </a:ext>
            </a:extLst>
          </p:cNvPr>
          <p:cNvSpPr/>
          <p:nvPr/>
        </p:nvSpPr>
        <p:spPr>
          <a:xfrm>
            <a:off x="5522509" y="1537667"/>
            <a:ext cx="2473041" cy="295346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cxnSp>
        <p:nvCxnSpPr>
          <p:cNvPr id="568" name="Google Shape;568;p41"/>
          <p:cNvCxnSpPr>
            <a:cxnSpLocks/>
          </p:cNvCxnSpPr>
          <p:nvPr/>
        </p:nvCxnSpPr>
        <p:spPr>
          <a:xfrm>
            <a:off x="621500" y="1572900"/>
            <a:ext cx="0" cy="3320575"/>
          </a:xfrm>
          <a:prstGeom prst="straightConnector1">
            <a:avLst/>
          </a:prstGeom>
          <a:noFill/>
          <a:ln w="19050" cap="flat" cmpd="sng">
            <a:solidFill>
              <a:schemeClr val="dk2"/>
            </a:solidFill>
            <a:prstDash val="solid"/>
            <a:round/>
            <a:headEnd type="none" w="med" len="med"/>
            <a:tailEnd type="none" w="med" len="med"/>
          </a:ln>
        </p:spPr>
      </p:cxnSp>
      <p:cxnSp>
        <p:nvCxnSpPr>
          <p:cNvPr id="569" name="Google Shape;569;p41"/>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570" name="Google Shape;570;p41"/>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PENDIDIKAN</a:t>
            </a:r>
            <a:endParaRPr dirty="0"/>
          </a:p>
        </p:txBody>
      </p:sp>
      <p:sp>
        <p:nvSpPr>
          <p:cNvPr id="574" name="Google Shape;574;p41"/>
          <p:cNvSpPr txBox="1">
            <a:spLocks noGrp="1"/>
          </p:cNvSpPr>
          <p:nvPr>
            <p:ph type="body" idx="4294967295"/>
          </p:nvPr>
        </p:nvSpPr>
        <p:spPr>
          <a:xfrm>
            <a:off x="6510116" y="3245679"/>
            <a:ext cx="1962600" cy="35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US" sz="1400" dirty="0" err="1"/>
              <a:t>Teknologi</a:t>
            </a:r>
            <a:r>
              <a:rPr lang="en-US" sz="1400" dirty="0"/>
              <a:t> </a:t>
            </a:r>
            <a:r>
              <a:rPr lang="en-US" sz="1400" dirty="0" err="1"/>
              <a:t>Informasi</a:t>
            </a:r>
            <a:endParaRPr sz="1400" dirty="0"/>
          </a:p>
        </p:txBody>
      </p:sp>
      <p:sp>
        <p:nvSpPr>
          <p:cNvPr id="575" name="Google Shape;575;p41"/>
          <p:cNvSpPr txBox="1">
            <a:spLocks noGrp="1"/>
          </p:cNvSpPr>
          <p:nvPr>
            <p:ph type="body" idx="4294967295"/>
          </p:nvPr>
        </p:nvSpPr>
        <p:spPr>
          <a:xfrm>
            <a:off x="4482964" y="2304949"/>
            <a:ext cx="1468200" cy="429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200"/>
              </a:spcAft>
              <a:buNone/>
            </a:pPr>
            <a:r>
              <a:rPr lang="en" sz="1600" b="1" dirty="0">
                <a:solidFill>
                  <a:srgbClr val="000000"/>
                </a:solidFill>
                <a:latin typeface="Tenor Sans"/>
                <a:ea typeface="Tenor Sans"/>
                <a:cs typeface="Tenor Sans"/>
                <a:sym typeface="Tenor Sans"/>
              </a:rPr>
              <a:t>2021 - 2025</a:t>
            </a:r>
            <a:endParaRPr sz="1600" b="1" dirty="0">
              <a:solidFill>
                <a:srgbClr val="000000"/>
              </a:solidFill>
              <a:latin typeface="Tenor Sans"/>
              <a:ea typeface="Tenor Sans"/>
              <a:cs typeface="Tenor Sans"/>
              <a:sym typeface="Tenor Sans"/>
            </a:endParaRPr>
          </a:p>
        </p:txBody>
      </p:sp>
      <p:sp>
        <p:nvSpPr>
          <p:cNvPr id="576" name="Google Shape;576;p41"/>
          <p:cNvSpPr txBox="1">
            <a:spLocks noGrp="1"/>
          </p:cNvSpPr>
          <p:nvPr>
            <p:ph type="body" idx="4294967295"/>
          </p:nvPr>
        </p:nvSpPr>
        <p:spPr>
          <a:xfrm>
            <a:off x="6446889" y="2441406"/>
            <a:ext cx="1962600" cy="353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b="1" dirty="0">
                <a:solidFill>
                  <a:srgbClr val="000000"/>
                </a:solidFill>
                <a:latin typeface="Tenor Sans"/>
                <a:ea typeface="Tenor Sans"/>
                <a:cs typeface="Tenor Sans"/>
                <a:sym typeface="Tenor Sans"/>
              </a:rPr>
              <a:t>UNIVERSITAS BINA SARANA INFORMATIKA</a:t>
            </a:r>
            <a:endParaRPr sz="1800" b="1" dirty="0">
              <a:solidFill>
                <a:srgbClr val="000000"/>
              </a:solidFill>
              <a:latin typeface="Tenor Sans"/>
              <a:ea typeface="Tenor Sans"/>
              <a:cs typeface="Tenor Sans"/>
              <a:sym typeface="Tenor Sans"/>
            </a:endParaRPr>
          </a:p>
        </p:txBody>
      </p:sp>
      <p:sp>
        <p:nvSpPr>
          <p:cNvPr id="577" name="Google Shape;577;p41"/>
          <p:cNvSpPr txBox="1">
            <a:spLocks noGrp="1"/>
          </p:cNvSpPr>
          <p:nvPr>
            <p:ph type="body" idx="4294967295"/>
          </p:nvPr>
        </p:nvSpPr>
        <p:spPr>
          <a:xfrm>
            <a:off x="6477600" y="4389022"/>
            <a:ext cx="1962600" cy="35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US" sz="1400" dirty="0" err="1"/>
              <a:t>Ilmu</a:t>
            </a:r>
            <a:r>
              <a:rPr lang="en-US" sz="1400" dirty="0"/>
              <a:t> </a:t>
            </a:r>
            <a:r>
              <a:rPr lang="en-US" sz="1400" dirty="0" err="1"/>
              <a:t>Pengetahuan</a:t>
            </a:r>
            <a:r>
              <a:rPr lang="en-US" sz="1400" dirty="0"/>
              <a:t> Alam</a:t>
            </a:r>
            <a:endParaRPr sz="1400" dirty="0"/>
          </a:p>
        </p:txBody>
      </p:sp>
      <p:sp>
        <p:nvSpPr>
          <p:cNvPr id="578" name="Google Shape;578;p41"/>
          <p:cNvSpPr txBox="1">
            <a:spLocks noGrp="1"/>
          </p:cNvSpPr>
          <p:nvPr>
            <p:ph type="body" idx="4294967295"/>
          </p:nvPr>
        </p:nvSpPr>
        <p:spPr>
          <a:xfrm>
            <a:off x="4423935" y="3848744"/>
            <a:ext cx="1468200" cy="429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200"/>
              </a:spcAft>
              <a:buNone/>
            </a:pPr>
            <a:r>
              <a:rPr lang="en" sz="1600" b="1" dirty="0">
                <a:solidFill>
                  <a:srgbClr val="000000"/>
                </a:solidFill>
                <a:latin typeface="Tenor Sans"/>
                <a:ea typeface="Tenor Sans"/>
                <a:cs typeface="Tenor Sans"/>
                <a:sym typeface="Tenor Sans"/>
              </a:rPr>
              <a:t>2016 - 2019</a:t>
            </a:r>
            <a:endParaRPr sz="1600" b="1" dirty="0">
              <a:solidFill>
                <a:srgbClr val="000000"/>
              </a:solidFill>
              <a:latin typeface="Tenor Sans"/>
              <a:ea typeface="Tenor Sans"/>
              <a:cs typeface="Tenor Sans"/>
              <a:sym typeface="Tenor Sans"/>
            </a:endParaRPr>
          </a:p>
        </p:txBody>
      </p:sp>
      <p:sp>
        <p:nvSpPr>
          <p:cNvPr id="579" name="Google Shape;579;p41"/>
          <p:cNvSpPr txBox="1">
            <a:spLocks noGrp="1"/>
          </p:cNvSpPr>
          <p:nvPr>
            <p:ph type="body" idx="4294967295"/>
          </p:nvPr>
        </p:nvSpPr>
        <p:spPr>
          <a:xfrm>
            <a:off x="6461400" y="3835700"/>
            <a:ext cx="1962600" cy="595712"/>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b="1" dirty="0">
                <a:solidFill>
                  <a:srgbClr val="000000"/>
                </a:solidFill>
                <a:latin typeface="Tenor Sans"/>
                <a:ea typeface="Tenor Sans"/>
                <a:cs typeface="Tenor Sans"/>
                <a:sym typeface="Tenor Sans"/>
              </a:rPr>
              <a:t>SMAN 1 SERANG BARU</a:t>
            </a:r>
            <a:endParaRPr sz="1800" b="1" dirty="0">
              <a:solidFill>
                <a:srgbClr val="000000"/>
              </a:solidFill>
              <a:latin typeface="Tenor Sans"/>
              <a:ea typeface="Tenor Sans"/>
              <a:cs typeface="Tenor Sans"/>
              <a:sym typeface="Tenor Sans"/>
            </a:endParaRPr>
          </a:p>
        </p:txBody>
      </p:sp>
      <p:grpSp>
        <p:nvGrpSpPr>
          <p:cNvPr id="580" name="Google Shape;580;p41"/>
          <p:cNvGrpSpPr/>
          <p:nvPr/>
        </p:nvGrpSpPr>
        <p:grpSpPr>
          <a:xfrm rot="10800000">
            <a:off x="5951165" y="2373750"/>
            <a:ext cx="512299" cy="2760398"/>
            <a:chOff x="6028950" y="1598675"/>
            <a:chExt cx="407700" cy="3570600"/>
          </a:xfrm>
        </p:grpSpPr>
        <p:cxnSp>
          <p:nvCxnSpPr>
            <p:cNvPr id="581" name="Google Shape;581;p41"/>
            <p:cNvCxnSpPr/>
            <p:nvPr/>
          </p:nvCxnSpPr>
          <p:spPr>
            <a:xfrm>
              <a:off x="6237725" y="1598675"/>
              <a:ext cx="0" cy="3570600"/>
            </a:xfrm>
            <a:prstGeom prst="straightConnector1">
              <a:avLst/>
            </a:prstGeom>
            <a:noFill/>
            <a:ln w="19050" cap="flat" cmpd="sng">
              <a:solidFill>
                <a:schemeClr val="dk2"/>
              </a:solidFill>
              <a:prstDash val="solid"/>
              <a:round/>
              <a:headEnd type="none" w="med" len="med"/>
              <a:tailEnd type="none" w="med" len="med"/>
            </a:ln>
          </p:spPr>
        </p:cxnSp>
        <p:grpSp>
          <p:nvGrpSpPr>
            <p:cNvPr id="585" name="Google Shape;585;p41"/>
            <p:cNvGrpSpPr/>
            <p:nvPr/>
          </p:nvGrpSpPr>
          <p:grpSpPr>
            <a:xfrm>
              <a:off x="6028950" y="3047225"/>
              <a:ext cx="407700" cy="179700"/>
              <a:chOff x="2775650" y="2210575"/>
              <a:chExt cx="407700" cy="179700"/>
            </a:xfrm>
          </p:grpSpPr>
          <p:sp>
            <p:nvSpPr>
              <p:cNvPr id="586" name="Google Shape;586;p41"/>
              <p:cNvSpPr/>
              <p:nvPr/>
            </p:nvSpPr>
            <p:spPr>
              <a:xfrm>
                <a:off x="2775650" y="2210575"/>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1"/>
              <p:cNvSpPr/>
              <p:nvPr/>
            </p:nvSpPr>
            <p:spPr>
              <a:xfrm rot="10800000">
                <a:off x="2830250" y="2234575"/>
                <a:ext cx="298500" cy="131700"/>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41"/>
            <p:cNvGrpSpPr/>
            <p:nvPr/>
          </p:nvGrpSpPr>
          <p:grpSpPr>
            <a:xfrm>
              <a:off x="6028950" y="4873668"/>
              <a:ext cx="407700" cy="179700"/>
              <a:chOff x="2775650" y="2971068"/>
              <a:chExt cx="407700" cy="179700"/>
            </a:xfrm>
          </p:grpSpPr>
          <p:sp>
            <p:nvSpPr>
              <p:cNvPr id="589" name="Google Shape;589;p41"/>
              <p:cNvSpPr/>
              <p:nvPr/>
            </p:nvSpPr>
            <p:spPr>
              <a:xfrm>
                <a:off x="2775650" y="2971068"/>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1"/>
              <p:cNvSpPr/>
              <p:nvPr/>
            </p:nvSpPr>
            <p:spPr>
              <a:xfrm rot="10800000">
                <a:off x="2830250" y="3012363"/>
                <a:ext cx="298500" cy="13169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1" name="Google Shape;591;p41"/>
          <p:cNvSpPr txBox="1">
            <a:spLocks noGrp="1"/>
          </p:cNvSpPr>
          <p:nvPr>
            <p:ph type="body" idx="4294967295"/>
          </p:nvPr>
        </p:nvSpPr>
        <p:spPr>
          <a:xfrm>
            <a:off x="818778" y="1441801"/>
            <a:ext cx="1962600" cy="353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b="1" dirty="0">
                <a:solidFill>
                  <a:srgbClr val="000000"/>
                </a:solidFill>
                <a:latin typeface="Tenor Sans"/>
                <a:ea typeface="Tenor Sans"/>
                <a:cs typeface="Tenor Sans"/>
                <a:sym typeface="Tenor Sans"/>
              </a:rPr>
              <a:t>SKILLS</a:t>
            </a:r>
            <a:endParaRPr sz="1800" b="1" dirty="0">
              <a:solidFill>
                <a:srgbClr val="000000"/>
              </a:solidFill>
              <a:latin typeface="Tenor Sans"/>
              <a:ea typeface="Tenor Sans"/>
              <a:cs typeface="Tenor Sans"/>
              <a:sym typeface="Tenor Sans"/>
            </a:endParaRPr>
          </a:p>
        </p:txBody>
      </p:sp>
      <p:sp>
        <p:nvSpPr>
          <p:cNvPr id="676" name="Google Shape;676;p41"/>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1"/>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573;p41">
            <a:extLst>
              <a:ext uri="{FF2B5EF4-FFF2-40B4-BE49-F238E27FC236}">
                <a16:creationId xmlns:a16="http://schemas.microsoft.com/office/drawing/2014/main" id="{BA7A6221-6AE0-C018-C8DB-9E10B7E05486}"/>
              </a:ext>
            </a:extLst>
          </p:cNvPr>
          <p:cNvSpPr txBox="1">
            <a:spLocks/>
          </p:cNvSpPr>
          <p:nvPr/>
        </p:nvSpPr>
        <p:spPr>
          <a:xfrm>
            <a:off x="818778" y="1761778"/>
            <a:ext cx="1852232" cy="353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marL="0" indent="0">
              <a:lnSpc>
                <a:spcPct val="100000"/>
              </a:lnSpc>
              <a:buFont typeface="Quicksand"/>
              <a:buNone/>
            </a:pPr>
            <a:r>
              <a:rPr lang="en-US" b="1" dirty="0">
                <a:solidFill>
                  <a:srgbClr val="000000"/>
                </a:solidFill>
                <a:latin typeface="Tenor Sans"/>
                <a:ea typeface="Tenor Sans"/>
                <a:cs typeface="Tenor Sans"/>
                <a:sym typeface="Tenor Sans"/>
              </a:rPr>
              <a:t>HARD SKILLS</a:t>
            </a:r>
            <a:endParaRPr lang="en-ID" b="1" dirty="0">
              <a:solidFill>
                <a:srgbClr val="000000"/>
              </a:solidFill>
              <a:latin typeface="Tenor Sans"/>
              <a:ea typeface="Tenor Sans"/>
              <a:cs typeface="Tenor Sans"/>
              <a:sym typeface="Tenor Sans"/>
            </a:endParaRPr>
          </a:p>
        </p:txBody>
      </p:sp>
      <p:sp>
        <p:nvSpPr>
          <p:cNvPr id="5" name="Google Shape;574;p41">
            <a:extLst>
              <a:ext uri="{FF2B5EF4-FFF2-40B4-BE49-F238E27FC236}">
                <a16:creationId xmlns:a16="http://schemas.microsoft.com/office/drawing/2014/main" id="{4648A19D-92D9-1969-9D46-D8476E7AD6E1}"/>
              </a:ext>
            </a:extLst>
          </p:cNvPr>
          <p:cNvSpPr txBox="1">
            <a:spLocks/>
          </p:cNvSpPr>
          <p:nvPr/>
        </p:nvSpPr>
        <p:spPr>
          <a:xfrm>
            <a:off x="694917" y="2006455"/>
            <a:ext cx="3762964" cy="10251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a:buFont typeface="Arial" panose="020B0604020202020204" pitchFamily="34" charset="0"/>
              <a:buChar char="•"/>
            </a:pPr>
            <a:r>
              <a:rPr lang="en-ID" sz="1400" dirty="0"/>
              <a:t>Python (Pandas, NumPy, Scikit-Learn, seaborn dan matplotlib)</a:t>
            </a:r>
          </a:p>
          <a:p>
            <a:pPr>
              <a:buFont typeface="Arial" panose="020B0604020202020204" pitchFamily="34" charset="0"/>
              <a:buChar char="•"/>
            </a:pPr>
            <a:r>
              <a:rPr lang="en-ID" sz="1400" dirty="0"/>
              <a:t>SQL (MySQL, </a:t>
            </a:r>
            <a:r>
              <a:rPr lang="en-ID" sz="1400" dirty="0" err="1"/>
              <a:t>BigQuery</a:t>
            </a:r>
            <a:r>
              <a:rPr lang="en-ID" sz="1400" dirty="0"/>
              <a:t>)</a:t>
            </a:r>
          </a:p>
          <a:p>
            <a:pPr>
              <a:buFont typeface="Arial" panose="020B0604020202020204" pitchFamily="34" charset="0"/>
              <a:buChar char="•"/>
            </a:pPr>
            <a:r>
              <a:rPr lang="en-ID" sz="1400" dirty="0"/>
              <a:t>RapidMiner</a:t>
            </a:r>
          </a:p>
          <a:p>
            <a:pPr>
              <a:buFont typeface="Arial" panose="020B0604020202020204" pitchFamily="34" charset="0"/>
              <a:buChar char="•"/>
            </a:pPr>
            <a:r>
              <a:rPr lang="en-ID" sz="1400" dirty="0"/>
              <a:t>Power BI, Tableau, Looker Studio</a:t>
            </a:r>
          </a:p>
          <a:p>
            <a:pPr>
              <a:buFont typeface="Arial" panose="020B0604020202020204" pitchFamily="34" charset="0"/>
              <a:buChar char="•"/>
            </a:pPr>
            <a:r>
              <a:rPr lang="en-ID" sz="1400" dirty="0"/>
              <a:t>Microsoft Office (Word, Power Point, excel)</a:t>
            </a:r>
            <a:r>
              <a:rPr lang="en-ID" sz="1400" kern="100" dirty="0">
                <a:latin typeface="Calibri" panose="020F0502020204030204" pitchFamily="34" charset="0"/>
                <a:ea typeface="Calibri" panose="020F0502020204030204" pitchFamily="34" charset="0"/>
                <a:cs typeface="Times New Roman" panose="02020603050405020304" pitchFamily="18" charset="0"/>
              </a:rPr>
              <a:t>.</a:t>
            </a:r>
          </a:p>
        </p:txBody>
      </p:sp>
      <p:sp>
        <p:nvSpPr>
          <p:cNvPr id="6" name="Google Shape;573;p41">
            <a:extLst>
              <a:ext uri="{FF2B5EF4-FFF2-40B4-BE49-F238E27FC236}">
                <a16:creationId xmlns:a16="http://schemas.microsoft.com/office/drawing/2014/main" id="{3FEA7FAA-1881-A846-6D5D-71F14F9849C8}"/>
              </a:ext>
            </a:extLst>
          </p:cNvPr>
          <p:cNvSpPr txBox="1">
            <a:spLocks/>
          </p:cNvSpPr>
          <p:nvPr/>
        </p:nvSpPr>
        <p:spPr>
          <a:xfrm>
            <a:off x="818778" y="3755383"/>
            <a:ext cx="1852232" cy="353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marL="0" indent="0">
              <a:lnSpc>
                <a:spcPct val="100000"/>
              </a:lnSpc>
              <a:buFont typeface="Quicksand"/>
              <a:buNone/>
            </a:pPr>
            <a:r>
              <a:rPr lang="en-US" b="1" dirty="0">
                <a:solidFill>
                  <a:srgbClr val="000000"/>
                </a:solidFill>
                <a:latin typeface="Tenor Sans"/>
                <a:ea typeface="Tenor Sans"/>
                <a:cs typeface="Tenor Sans"/>
                <a:sym typeface="Tenor Sans"/>
              </a:rPr>
              <a:t>SOFT SKILLS</a:t>
            </a:r>
            <a:endParaRPr lang="en-ID" b="1" dirty="0">
              <a:solidFill>
                <a:srgbClr val="000000"/>
              </a:solidFill>
              <a:latin typeface="Tenor Sans"/>
              <a:ea typeface="Tenor Sans"/>
              <a:cs typeface="Tenor Sans"/>
              <a:sym typeface="Tenor Sans"/>
            </a:endParaRPr>
          </a:p>
        </p:txBody>
      </p:sp>
      <p:sp>
        <p:nvSpPr>
          <p:cNvPr id="7" name="Google Shape;574;p41">
            <a:extLst>
              <a:ext uri="{FF2B5EF4-FFF2-40B4-BE49-F238E27FC236}">
                <a16:creationId xmlns:a16="http://schemas.microsoft.com/office/drawing/2014/main" id="{FB6081D6-B106-66DC-0A8E-E2993E7B494A}"/>
              </a:ext>
            </a:extLst>
          </p:cNvPr>
          <p:cNvSpPr txBox="1">
            <a:spLocks/>
          </p:cNvSpPr>
          <p:nvPr/>
        </p:nvSpPr>
        <p:spPr>
          <a:xfrm>
            <a:off x="791798" y="3966337"/>
            <a:ext cx="2264221" cy="429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a:buFont typeface="Arial" panose="020B0604020202020204" pitchFamily="34" charset="0"/>
              <a:buChar char="•"/>
            </a:pPr>
            <a:r>
              <a:rPr lang="nn-NO" sz="1400" dirty="0"/>
              <a:t>Kemampuan Analisis Data</a:t>
            </a:r>
          </a:p>
          <a:p>
            <a:pPr>
              <a:buFont typeface="Arial" panose="020B0604020202020204" pitchFamily="34" charset="0"/>
              <a:buChar char="•"/>
            </a:pPr>
            <a:r>
              <a:rPr lang="nn-NO" sz="1400" dirty="0"/>
              <a:t>Komunikasi Efektif</a:t>
            </a:r>
          </a:p>
          <a:p>
            <a:pPr>
              <a:buFont typeface="Arial" panose="020B0604020202020204" pitchFamily="34" charset="0"/>
              <a:buChar char="•"/>
            </a:pPr>
            <a:r>
              <a:rPr lang="nn-NO" sz="1400" dirty="0"/>
              <a:t>Problem-Solving</a:t>
            </a:r>
          </a:p>
        </p:txBody>
      </p:sp>
      <p:sp>
        <p:nvSpPr>
          <p:cNvPr id="8" name="Google Shape;574;p41">
            <a:extLst>
              <a:ext uri="{FF2B5EF4-FFF2-40B4-BE49-F238E27FC236}">
                <a16:creationId xmlns:a16="http://schemas.microsoft.com/office/drawing/2014/main" id="{560B24A7-B23C-E935-280D-1EDA5FBA6BBF}"/>
              </a:ext>
            </a:extLst>
          </p:cNvPr>
          <p:cNvSpPr txBox="1">
            <a:spLocks/>
          </p:cNvSpPr>
          <p:nvPr/>
        </p:nvSpPr>
        <p:spPr>
          <a:xfrm>
            <a:off x="2812896" y="4168682"/>
            <a:ext cx="2264221" cy="429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a:buFont typeface="Arial" panose="020B0604020202020204" pitchFamily="34" charset="0"/>
              <a:buChar char="•"/>
            </a:pPr>
            <a:r>
              <a:rPr lang="en-ID" sz="1400" dirty="0" err="1"/>
              <a:t>Manajemen</a:t>
            </a:r>
            <a:r>
              <a:rPr lang="en-ID" sz="1400" dirty="0"/>
              <a:t> Waktu</a:t>
            </a:r>
          </a:p>
          <a:p>
            <a:pPr>
              <a:buFont typeface="Arial" panose="020B0604020202020204" pitchFamily="34" charset="0"/>
              <a:buChar char="•"/>
            </a:pPr>
            <a:r>
              <a:rPr lang="en-ID" sz="1400" dirty="0" err="1"/>
              <a:t>Adaptabilitas</a:t>
            </a:r>
            <a:endParaRPr lang="en-ID" sz="1400" dirty="0"/>
          </a:p>
        </p:txBody>
      </p:sp>
      <p:sp>
        <p:nvSpPr>
          <p:cNvPr id="2" name="Google Shape;574;p41">
            <a:extLst>
              <a:ext uri="{FF2B5EF4-FFF2-40B4-BE49-F238E27FC236}">
                <a16:creationId xmlns:a16="http://schemas.microsoft.com/office/drawing/2014/main" id="{307EE459-C88F-9A95-97DE-46587356AB3A}"/>
              </a:ext>
            </a:extLst>
          </p:cNvPr>
          <p:cNvSpPr txBox="1">
            <a:spLocks/>
          </p:cNvSpPr>
          <p:nvPr/>
        </p:nvSpPr>
        <p:spPr>
          <a:xfrm>
            <a:off x="6477600" y="3001030"/>
            <a:ext cx="1962600" cy="35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marL="0" indent="0">
              <a:lnSpc>
                <a:spcPct val="100000"/>
              </a:lnSpc>
              <a:spcAft>
                <a:spcPts val="1200"/>
              </a:spcAft>
              <a:buFont typeface="Quicksand"/>
              <a:buNone/>
            </a:pPr>
            <a:r>
              <a:rPr lang="en-US" sz="1400" dirty="0"/>
              <a:t>IPK : 3.86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cxnSp>
        <p:nvCxnSpPr>
          <p:cNvPr id="686" name="Google Shape;686;p42"/>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687" name="Google Shape;687;p42"/>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PENGALAMAN KERJA DAN MAGANG</a:t>
            </a:r>
            <a:endParaRPr dirty="0"/>
          </a:p>
        </p:txBody>
      </p:sp>
      <p:sp>
        <p:nvSpPr>
          <p:cNvPr id="688" name="Google Shape;688;p42"/>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p:cNvSpPr txBox="1">
            <a:spLocks noGrp="1"/>
          </p:cNvSpPr>
          <p:nvPr>
            <p:ph type="body" idx="4294967295"/>
          </p:nvPr>
        </p:nvSpPr>
        <p:spPr>
          <a:xfrm>
            <a:off x="2630501" y="2245761"/>
            <a:ext cx="2094300" cy="35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US" sz="1400" i="1" dirty="0"/>
              <a:t>Internship - </a:t>
            </a:r>
            <a:r>
              <a:rPr lang="en-US" sz="1400" dirty="0" err="1"/>
              <a:t>Statistik</a:t>
            </a:r>
            <a:endParaRPr sz="1400" i="1" dirty="0"/>
          </a:p>
        </p:txBody>
      </p:sp>
      <p:sp>
        <p:nvSpPr>
          <p:cNvPr id="693" name="Google Shape;693;p42"/>
          <p:cNvSpPr txBox="1">
            <a:spLocks noGrp="1"/>
          </p:cNvSpPr>
          <p:nvPr>
            <p:ph type="body" idx="4294967295"/>
          </p:nvPr>
        </p:nvSpPr>
        <p:spPr>
          <a:xfrm>
            <a:off x="720000" y="1830850"/>
            <a:ext cx="1468200" cy="429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200"/>
              </a:spcAft>
              <a:buNone/>
            </a:pPr>
            <a:r>
              <a:rPr lang="en" sz="1600" b="1" dirty="0">
                <a:solidFill>
                  <a:srgbClr val="000000"/>
                </a:solidFill>
                <a:latin typeface="Tenor Sans"/>
                <a:ea typeface="Tenor Sans"/>
                <a:cs typeface="Tenor Sans"/>
                <a:sym typeface="Tenor Sans"/>
              </a:rPr>
              <a:t>September – Desember 2024</a:t>
            </a:r>
            <a:endParaRPr sz="1600" b="1" dirty="0">
              <a:solidFill>
                <a:srgbClr val="000000"/>
              </a:solidFill>
              <a:latin typeface="Tenor Sans"/>
              <a:ea typeface="Tenor Sans"/>
              <a:cs typeface="Tenor Sans"/>
              <a:sym typeface="Tenor Sans"/>
            </a:endParaRPr>
          </a:p>
        </p:txBody>
      </p:sp>
      <p:sp>
        <p:nvSpPr>
          <p:cNvPr id="694" name="Google Shape;694;p42"/>
          <p:cNvSpPr txBox="1">
            <a:spLocks noGrp="1"/>
          </p:cNvSpPr>
          <p:nvPr>
            <p:ph type="body" idx="4294967295"/>
          </p:nvPr>
        </p:nvSpPr>
        <p:spPr>
          <a:xfrm>
            <a:off x="2645400" y="1825475"/>
            <a:ext cx="5350149" cy="316175"/>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ID" sz="1800" b="1" dirty="0">
                <a:effectLst/>
                <a:latin typeface="Calibri" panose="020F0502020204030204" pitchFamily="34" charset="0"/>
                <a:ea typeface="Calibri" panose="020F0502020204030204" pitchFamily="34" charset="0"/>
                <a:cs typeface="Times New Roman" panose="02020603050405020304" pitchFamily="18" charset="0"/>
              </a:rPr>
              <a:t>Dinas </a:t>
            </a:r>
            <a:r>
              <a:rPr lang="en-ID" sz="1800" b="1" dirty="0" err="1">
                <a:effectLst/>
                <a:latin typeface="Calibri" panose="020F0502020204030204" pitchFamily="34" charset="0"/>
                <a:ea typeface="Calibri" panose="020F0502020204030204" pitchFamily="34" charset="0"/>
                <a:cs typeface="Times New Roman" panose="02020603050405020304" pitchFamily="18" charset="0"/>
              </a:rPr>
              <a:t>Komunikasi</a:t>
            </a:r>
            <a:r>
              <a:rPr lang="en-ID" sz="1800" b="1" dirty="0">
                <a:effectLst/>
                <a:latin typeface="Calibri" panose="020F0502020204030204" pitchFamily="34" charset="0"/>
                <a:ea typeface="Calibri" panose="020F0502020204030204" pitchFamily="34" charset="0"/>
                <a:cs typeface="Times New Roman" panose="02020603050405020304" pitchFamily="18" charset="0"/>
              </a:rPr>
              <a:t>, </a:t>
            </a:r>
            <a:r>
              <a:rPr lang="en-ID" sz="1800" b="1" dirty="0" err="1">
                <a:effectLst/>
                <a:latin typeface="Calibri" panose="020F0502020204030204" pitchFamily="34" charset="0"/>
                <a:ea typeface="Calibri" panose="020F0502020204030204" pitchFamily="34" charset="0"/>
                <a:cs typeface="Times New Roman" panose="02020603050405020304" pitchFamily="18" charset="0"/>
              </a:rPr>
              <a:t>Informatika</a:t>
            </a:r>
            <a:r>
              <a:rPr lang="en-ID" sz="1800" b="1" dirty="0">
                <a:effectLst/>
                <a:latin typeface="Calibri" panose="020F0502020204030204" pitchFamily="34" charset="0"/>
                <a:ea typeface="Calibri" panose="020F0502020204030204" pitchFamily="34" charset="0"/>
                <a:cs typeface="Times New Roman" panose="02020603050405020304" pitchFamily="18" charset="0"/>
              </a:rPr>
              <a:t>, </a:t>
            </a:r>
            <a:r>
              <a:rPr lang="en-ID" sz="1800" b="1" dirty="0" err="1">
                <a:effectLst/>
                <a:latin typeface="Calibri" panose="020F0502020204030204" pitchFamily="34" charset="0"/>
                <a:ea typeface="Calibri" panose="020F0502020204030204" pitchFamily="34" charset="0"/>
                <a:cs typeface="Times New Roman" panose="02020603050405020304" pitchFamily="18" charset="0"/>
              </a:rPr>
              <a:t>Statistik</a:t>
            </a:r>
            <a:r>
              <a:rPr lang="en-ID" sz="1800" b="1" dirty="0">
                <a:effectLst/>
                <a:latin typeface="Calibri" panose="020F0502020204030204" pitchFamily="34" charset="0"/>
                <a:ea typeface="Calibri" panose="020F0502020204030204" pitchFamily="34" charset="0"/>
                <a:cs typeface="Times New Roman" panose="02020603050405020304" pitchFamily="18" charset="0"/>
              </a:rPr>
              <a:t> dan </a:t>
            </a:r>
            <a:r>
              <a:rPr lang="en-ID" sz="1800" b="1" dirty="0" err="1">
                <a:effectLst/>
                <a:latin typeface="Calibri" panose="020F0502020204030204" pitchFamily="34" charset="0"/>
                <a:ea typeface="Calibri" panose="020F0502020204030204" pitchFamily="34" charset="0"/>
                <a:cs typeface="Times New Roman" panose="02020603050405020304" pitchFamily="18" charset="0"/>
              </a:rPr>
              <a:t>Persandian</a:t>
            </a:r>
            <a:r>
              <a:rPr lang="en-ID" sz="1800" b="1" dirty="0">
                <a:effectLst/>
                <a:latin typeface="Calibri" panose="020F0502020204030204" pitchFamily="34" charset="0"/>
                <a:ea typeface="Calibri" panose="020F0502020204030204" pitchFamily="34" charset="0"/>
                <a:cs typeface="Times New Roman" panose="02020603050405020304" pitchFamily="18" charset="0"/>
              </a:rPr>
              <a:t> (DISKOMINFOSANTIK) </a:t>
            </a:r>
            <a:r>
              <a:rPr lang="en-ID" sz="1800" b="1" dirty="0" err="1">
                <a:effectLst/>
                <a:latin typeface="Calibri" panose="020F0502020204030204" pitchFamily="34" charset="0"/>
                <a:ea typeface="Calibri" panose="020F0502020204030204" pitchFamily="34" charset="0"/>
                <a:cs typeface="Times New Roman" panose="02020603050405020304" pitchFamily="18" charset="0"/>
              </a:rPr>
              <a:t>Kabupaten</a:t>
            </a:r>
            <a:r>
              <a:rPr lang="en-ID" sz="1800" b="1" dirty="0">
                <a:effectLst/>
                <a:latin typeface="Calibri" panose="020F0502020204030204" pitchFamily="34" charset="0"/>
                <a:ea typeface="Calibri" panose="020F0502020204030204" pitchFamily="34" charset="0"/>
                <a:cs typeface="Times New Roman" panose="02020603050405020304" pitchFamily="18" charset="0"/>
              </a:rPr>
              <a:t> Bekasi</a:t>
            </a:r>
            <a:endParaRPr sz="1800" b="1" dirty="0">
              <a:solidFill>
                <a:srgbClr val="000000"/>
              </a:solidFill>
              <a:latin typeface="Tenor Sans"/>
              <a:ea typeface="Tenor Sans"/>
              <a:cs typeface="Tenor Sans"/>
              <a:sym typeface="Tenor Sans"/>
            </a:endParaRPr>
          </a:p>
        </p:txBody>
      </p:sp>
      <p:sp>
        <p:nvSpPr>
          <p:cNvPr id="695" name="Google Shape;695;p42"/>
          <p:cNvSpPr txBox="1">
            <a:spLocks noGrp="1"/>
          </p:cNvSpPr>
          <p:nvPr>
            <p:ph type="body" idx="4294967295"/>
          </p:nvPr>
        </p:nvSpPr>
        <p:spPr>
          <a:xfrm>
            <a:off x="2645399" y="3130138"/>
            <a:ext cx="3334289" cy="347012"/>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200"/>
              </a:spcAft>
              <a:buNone/>
            </a:pPr>
            <a:r>
              <a:rPr lang="en-US" sz="1400" i="1" dirty="0" err="1"/>
              <a:t>Pegawai</a:t>
            </a:r>
            <a:r>
              <a:rPr lang="en-US" sz="1400" i="1" dirty="0"/>
              <a:t> </a:t>
            </a:r>
            <a:r>
              <a:rPr lang="en-US" sz="1400" i="1" dirty="0" err="1"/>
              <a:t>Kontrak</a:t>
            </a:r>
            <a:r>
              <a:rPr lang="en-US" sz="1400" i="1" dirty="0"/>
              <a:t> </a:t>
            </a:r>
            <a:r>
              <a:rPr lang="en-US" sz="1400" dirty="0"/>
              <a:t>– Operator </a:t>
            </a:r>
            <a:r>
              <a:rPr lang="en-US" sz="1400" dirty="0" err="1"/>
              <a:t>Produksi</a:t>
            </a:r>
            <a:endParaRPr sz="1400" dirty="0"/>
          </a:p>
        </p:txBody>
      </p:sp>
      <p:sp>
        <p:nvSpPr>
          <p:cNvPr id="696" name="Google Shape;696;p42"/>
          <p:cNvSpPr txBox="1">
            <a:spLocks noGrp="1"/>
          </p:cNvSpPr>
          <p:nvPr>
            <p:ph type="body" idx="4294967295"/>
          </p:nvPr>
        </p:nvSpPr>
        <p:spPr>
          <a:xfrm>
            <a:off x="563337" y="2862000"/>
            <a:ext cx="1624863" cy="429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200"/>
              </a:spcAft>
              <a:buNone/>
            </a:pPr>
            <a:r>
              <a:rPr lang="en-ID" sz="1800" b="1" dirty="0">
                <a:effectLst/>
                <a:latin typeface="Tenor Sans" panose="020B0604020202020204" charset="0"/>
                <a:ea typeface="Calibri" panose="020F0502020204030204" pitchFamily="34" charset="0"/>
                <a:cs typeface="Times New Roman" panose="02020603050405020304" pitchFamily="18" charset="0"/>
              </a:rPr>
              <a:t>Maret 2023 – Mei 2024</a:t>
            </a:r>
            <a:endParaRPr sz="1600" b="1" dirty="0">
              <a:solidFill>
                <a:srgbClr val="000000"/>
              </a:solidFill>
              <a:latin typeface="Tenor Sans" panose="020B0604020202020204" charset="0"/>
              <a:ea typeface="Tenor Sans"/>
              <a:cs typeface="Tenor Sans"/>
              <a:sym typeface="Tenor Sans"/>
            </a:endParaRPr>
          </a:p>
        </p:txBody>
      </p:sp>
      <p:sp>
        <p:nvSpPr>
          <p:cNvPr id="697" name="Google Shape;697;p42"/>
          <p:cNvSpPr txBox="1">
            <a:spLocks noGrp="1"/>
          </p:cNvSpPr>
          <p:nvPr>
            <p:ph type="body" idx="4294967295"/>
          </p:nvPr>
        </p:nvSpPr>
        <p:spPr>
          <a:xfrm>
            <a:off x="2675249" y="2814416"/>
            <a:ext cx="5463879" cy="517674"/>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ID" sz="1800" b="1" dirty="0">
                <a:effectLst/>
                <a:latin typeface="Calibri" panose="020F0502020204030204" pitchFamily="34" charset="0"/>
                <a:ea typeface="Calibri" panose="020F0502020204030204" pitchFamily="34" charset="0"/>
                <a:cs typeface="Times New Roman" panose="02020603050405020304" pitchFamily="18" charset="0"/>
              </a:rPr>
              <a:t>PT. Indonesia Epson Industry</a:t>
            </a:r>
            <a:endParaRPr sz="1800" b="1" dirty="0">
              <a:solidFill>
                <a:srgbClr val="000000"/>
              </a:solidFill>
              <a:latin typeface="Tenor Sans"/>
              <a:ea typeface="Tenor Sans"/>
              <a:cs typeface="Tenor Sans"/>
              <a:sym typeface="Tenor Sans"/>
            </a:endParaRPr>
          </a:p>
        </p:txBody>
      </p:sp>
      <p:sp>
        <p:nvSpPr>
          <p:cNvPr id="699" name="Google Shape;699;p42"/>
          <p:cNvSpPr txBox="1">
            <a:spLocks noGrp="1"/>
          </p:cNvSpPr>
          <p:nvPr>
            <p:ph type="body" idx="4294967295"/>
          </p:nvPr>
        </p:nvSpPr>
        <p:spPr>
          <a:xfrm>
            <a:off x="720000" y="3962750"/>
            <a:ext cx="1468200" cy="4290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200"/>
              </a:spcAft>
              <a:buNone/>
            </a:pPr>
            <a:r>
              <a:rPr lang="en-US" sz="1600" b="1" dirty="0">
                <a:solidFill>
                  <a:srgbClr val="000000"/>
                </a:solidFill>
                <a:latin typeface="Tenor Sans"/>
                <a:ea typeface="Tenor Sans"/>
                <a:cs typeface="Tenor Sans"/>
                <a:sym typeface="Tenor Sans"/>
              </a:rPr>
              <a:t>Juni – </a:t>
            </a:r>
            <a:r>
              <a:rPr lang="en-US" sz="1600" b="1" dirty="0" err="1">
                <a:solidFill>
                  <a:srgbClr val="000000"/>
                </a:solidFill>
                <a:latin typeface="Tenor Sans"/>
                <a:ea typeface="Tenor Sans"/>
                <a:cs typeface="Tenor Sans"/>
                <a:sym typeface="Tenor Sans"/>
              </a:rPr>
              <a:t>Desember</a:t>
            </a:r>
            <a:r>
              <a:rPr lang="en-US" sz="1600" b="1" dirty="0">
                <a:solidFill>
                  <a:srgbClr val="000000"/>
                </a:solidFill>
                <a:latin typeface="Tenor Sans"/>
                <a:ea typeface="Tenor Sans"/>
                <a:cs typeface="Tenor Sans"/>
                <a:sym typeface="Tenor Sans"/>
              </a:rPr>
              <a:t> 2021</a:t>
            </a:r>
            <a:endParaRPr sz="1600" b="1" dirty="0">
              <a:solidFill>
                <a:srgbClr val="000000"/>
              </a:solidFill>
              <a:latin typeface="Tenor Sans"/>
              <a:ea typeface="Tenor Sans"/>
              <a:cs typeface="Tenor Sans"/>
              <a:sym typeface="Tenor Sans"/>
            </a:endParaRPr>
          </a:p>
        </p:txBody>
      </p:sp>
      <p:sp>
        <p:nvSpPr>
          <p:cNvPr id="700" name="Google Shape;700;p42"/>
          <p:cNvSpPr txBox="1">
            <a:spLocks noGrp="1"/>
          </p:cNvSpPr>
          <p:nvPr>
            <p:ph type="body" idx="4294967295"/>
          </p:nvPr>
        </p:nvSpPr>
        <p:spPr>
          <a:xfrm>
            <a:off x="2645399" y="3950942"/>
            <a:ext cx="5259345" cy="517212"/>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ID" sz="1800" b="1" dirty="0">
                <a:effectLst/>
                <a:latin typeface="Calibri" panose="020F0502020204030204" pitchFamily="34" charset="0"/>
                <a:ea typeface="Calibri" panose="020F0502020204030204" pitchFamily="34" charset="0"/>
                <a:cs typeface="Times New Roman" panose="02020603050405020304" pitchFamily="18" charset="0"/>
              </a:rPr>
              <a:t>PT. Haier Electrical Appliances Indonesia</a:t>
            </a:r>
            <a:br>
              <a:rPr lang="en-ID" sz="1800" dirty="0">
                <a:effectLst/>
                <a:latin typeface="Calibri" panose="020F0502020204030204" pitchFamily="34" charset="0"/>
                <a:ea typeface="Calibri" panose="020F0502020204030204" pitchFamily="34" charset="0"/>
                <a:cs typeface="Times New Roman" panose="02020603050405020304" pitchFamily="18" charset="0"/>
              </a:rPr>
            </a:br>
            <a:endParaRPr sz="1800" b="1" dirty="0">
              <a:solidFill>
                <a:srgbClr val="000000"/>
              </a:solidFill>
              <a:latin typeface="Tenor Sans"/>
              <a:ea typeface="Tenor Sans"/>
              <a:cs typeface="Tenor Sans"/>
              <a:sym typeface="Tenor Sans"/>
            </a:endParaRPr>
          </a:p>
        </p:txBody>
      </p:sp>
      <p:grpSp>
        <p:nvGrpSpPr>
          <p:cNvPr id="701" name="Google Shape;701;p42"/>
          <p:cNvGrpSpPr/>
          <p:nvPr/>
        </p:nvGrpSpPr>
        <p:grpSpPr>
          <a:xfrm>
            <a:off x="2212950" y="1572900"/>
            <a:ext cx="412625" cy="3570600"/>
            <a:chOff x="6028950" y="1598675"/>
            <a:chExt cx="412625" cy="3570600"/>
          </a:xfrm>
        </p:grpSpPr>
        <p:cxnSp>
          <p:nvCxnSpPr>
            <p:cNvPr id="702" name="Google Shape;702;p42"/>
            <p:cNvCxnSpPr/>
            <p:nvPr/>
          </p:nvCxnSpPr>
          <p:spPr>
            <a:xfrm>
              <a:off x="6237725" y="1598675"/>
              <a:ext cx="0" cy="3570600"/>
            </a:xfrm>
            <a:prstGeom prst="straightConnector1">
              <a:avLst/>
            </a:prstGeom>
            <a:noFill/>
            <a:ln w="19050" cap="flat" cmpd="sng">
              <a:solidFill>
                <a:schemeClr val="dk2"/>
              </a:solidFill>
              <a:prstDash val="solid"/>
              <a:round/>
              <a:headEnd type="none" w="med" len="med"/>
              <a:tailEnd type="none" w="med" len="med"/>
            </a:ln>
          </p:spPr>
        </p:cxnSp>
        <p:grpSp>
          <p:nvGrpSpPr>
            <p:cNvPr id="703" name="Google Shape;703;p42"/>
            <p:cNvGrpSpPr/>
            <p:nvPr/>
          </p:nvGrpSpPr>
          <p:grpSpPr>
            <a:xfrm>
              <a:off x="6033875" y="1981275"/>
              <a:ext cx="407700" cy="179700"/>
              <a:chOff x="2775650" y="2210575"/>
              <a:chExt cx="407700" cy="179700"/>
            </a:xfrm>
          </p:grpSpPr>
          <p:sp>
            <p:nvSpPr>
              <p:cNvPr id="704" name="Google Shape;704;p42"/>
              <p:cNvSpPr/>
              <p:nvPr/>
            </p:nvSpPr>
            <p:spPr>
              <a:xfrm>
                <a:off x="2775650" y="2210575"/>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p:cNvSpPr/>
              <p:nvPr/>
            </p:nvSpPr>
            <p:spPr>
              <a:xfrm rot="10800000">
                <a:off x="2830250" y="2234575"/>
                <a:ext cx="298500" cy="131700"/>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706;p42"/>
            <p:cNvGrpSpPr/>
            <p:nvPr/>
          </p:nvGrpSpPr>
          <p:grpSpPr>
            <a:xfrm>
              <a:off x="6028950" y="3047225"/>
              <a:ext cx="407700" cy="179700"/>
              <a:chOff x="2775650" y="2210575"/>
              <a:chExt cx="407700" cy="179700"/>
            </a:xfrm>
          </p:grpSpPr>
          <p:sp>
            <p:nvSpPr>
              <p:cNvPr id="707" name="Google Shape;707;p42"/>
              <p:cNvSpPr/>
              <p:nvPr/>
            </p:nvSpPr>
            <p:spPr>
              <a:xfrm>
                <a:off x="2775650" y="2210575"/>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2"/>
              <p:cNvSpPr/>
              <p:nvPr/>
            </p:nvSpPr>
            <p:spPr>
              <a:xfrm rot="10800000">
                <a:off x="2830250" y="2234575"/>
                <a:ext cx="298500" cy="131700"/>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 name="Google Shape;709;p42"/>
            <p:cNvGrpSpPr/>
            <p:nvPr/>
          </p:nvGrpSpPr>
          <p:grpSpPr>
            <a:xfrm>
              <a:off x="6028950" y="4113175"/>
              <a:ext cx="407700" cy="179700"/>
              <a:chOff x="2775650" y="2210575"/>
              <a:chExt cx="407700" cy="179700"/>
            </a:xfrm>
          </p:grpSpPr>
          <p:sp>
            <p:nvSpPr>
              <p:cNvPr id="710" name="Google Shape;710;p42"/>
              <p:cNvSpPr/>
              <p:nvPr/>
            </p:nvSpPr>
            <p:spPr>
              <a:xfrm>
                <a:off x="2775650" y="2210575"/>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2"/>
              <p:cNvSpPr/>
              <p:nvPr/>
            </p:nvSpPr>
            <p:spPr>
              <a:xfrm rot="10800000">
                <a:off x="2830250" y="2234575"/>
                <a:ext cx="298500" cy="131700"/>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Google Shape;695;p42">
            <a:extLst>
              <a:ext uri="{FF2B5EF4-FFF2-40B4-BE49-F238E27FC236}">
                <a16:creationId xmlns:a16="http://schemas.microsoft.com/office/drawing/2014/main" id="{731615E8-30F6-46AE-B10B-97CBCB941962}"/>
              </a:ext>
            </a:extLst>
          </p:cNvPr>
          <p:cNvSpPr txBox="1">
            <a:spLocks/>
          </p:cNvSpPr>
          <p:nvPr/>
        </p:nvSpPr>
        <p:spPr>
          <a:xfrm>
            <a:off x="2655251" y="4144226"/>
            <a:ext cx="3334289" cy="3470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Quicksand"/>
              <a:buChar char="●"/>
              <a:defRPr sz="1800" b="0" i="0" u="none" strike="noStrike" cap="none">
                <a:solidFill>
                  <a:schemeClr val="dk1"/>
                </a:solidFill>
                <a:latin typeface="Quicksand"/>
                <a:ea typeface="Quicksand"/>
                <a:cs typeface="Quicksand"/>
                <a:sym typeface="Quicksand"/>
              </a:defRPr>
            </a:lvl1pPr>
            <a:lvl2pPr marL="914400" marR="0" lvl="1"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2pPr>
            <a:lvl3pPr marL="1371600" marR="0" lvl="2"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3pPr>
            <a:lvl4pPr marL="1828800" marR="0" lvl="3"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4pPr>
            <a:lvl5pPr marL="2286000" marR="0" lvl="4"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5pPr>
            <a:lvl6pPr marL="2743200" marR="0" lvl="5"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6pPr>
            <a:lvl7pPr marL="3200400" marR="0" lvl="6"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7pPr>
            <a:lvl8pPr marL="3657600" marR="0" lvl="7"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8pPr>
            <a:lvl9pPr marL="4114800" marR="0" lvl="8" indent="-317500" algn="l" rtl="0">
              <a:lnSpc>
                <a:spcPct val="115000"/>
              </a:lnSpc>
              <a:spcBef>
                <a:spcPts val="0"/>
              </a:spcBef>
              <a:spcAft>
                <a:spcPts val="0"/>
              </a:spcAft>
              <a:buClr>
                <a:schemeClr val="dk1"/>
              </a:buClr>
              <a:buSzPts val="1400"/>
              <a:buFont typeface="Quicksand"/>
              <a:buChar char="■"/>
              <a:defRPr sz="1400" b="0" i="0" u="none" strike="noStrike" cap="none">
                <a:solidFill>
                  <a:schemeClr val="dk1"/>
                </a:solidFill>
                <a:latin typeface="Quicksand"/>
                <a:ea typeface="Quicksand"/>
                <a:cs typeface="Quicksand"/>
                <a:sym typeface="Quicksand"/>
              </a:defRPr>
            </a:lvl9pPr>
          </a:lstStyle>
          <a:p>
            <a:pPr marL="0" indent="0">
              <a:lnSpc>
                <a:spcPct val="100000"/>
              </a:lnSpc>
              <a:spcAft>
                <a:spcPts val="1200"/>
              </a:spcAft>
              <a:buFont typeface="Quicksand"/>
              <a:buNone/>
            </a:pPr>
            <a:r>
              <a:rPr lang="en-US" sz="1400" i="1" dirty="0" err="1"/>
              <a:t>Pegawai</a:t>
            </a:r>
            <a:r>
              <a:rPr lang="en-US" sz="1400" i="1" dirty="0"/>
              <a:t> </a:t>
            </a:r>
            <a:r>
              <a:rPr lang="en-US" sz="1400" i="1" dirty="0" err="1"/>
              <a:t>Kontrak</a:t>
            </a:r>
            <a:r>
              <a:rPr lang="en-US" sz="1400" i="1" dirty="0"/>
              <a:t> </a:t>
            </a:r>
            <a:r>
              <a:rPr lang="en-US" sz="1400" dirty="0"/>
              <a:t>– Operator </a:t>
            </a:r>
            <a:r>
              <a:rPr lang="en-US" sz="1400" dirty="0" err="1"/>
              <a:t>Produksi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1">
          <a:extLst>
            <a:ext uri="{FF2B5EF4-FFF2-40B4-BE49-F238E27FC236}">
              <a16:creationId xmlns:a16="http://schemas.microsoft.com/office/drawing/2014/main" id="{BF4B1A78-42F1-E88B-75A4-FD77CF415223}"/>
            </a:ext>
          </a:extLst>
        </p:cNvPr>
        <p:cNvGrpSpPr/>
        <p:nvPr/>
      </p:nvGrpSpPr>
      <p:grpSpPr>
        <a:xfrm>
          <a:off x="0" y="0"/>
          <a:ext cx="0" cy="0"/>
          <a:chOff x="0" y="0"/>
          <a:chExt cx="0" cy="0"/>
        </a:xfrm>
      </p:grpSpPr>
      <p:cxnSp>
        <p:nvCxnSpPr>
          <p:cNvPr id="752" name="Google Shape;752;p44">
            <a:extLst>
              <a:ext uri="{FF2B5EF4-FFF2-40B4-BE49-F238E27FC236}">
                <a16:creationId xmlns:a16="http://schemas.microsoft.com/office/drawing/2014/main" id="{9C9501FD-2793-3DC6-BF50-48BFBCEBA823}"/>
              </a:ext>
            </a:extLst>
          </p:cNvPr>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753" name="Google Shape;753;p44">
            <a:extLst>
              <a:ext uri="{FF2B5EF4-FFF2-40B4-BE49-F238E27FC236}">
                <a16:creationId xmlns:a16="http://schemas.microsoft.com/office/drawing/2014/main" id="{9389EEF0-2D24-73CD-FCA5-54293D6A88EF}"/>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55" name="Google Shape;755;p44">
            <a:extLst>
              <a:ext uri="{FF2B5EF4-FFF2-40B4-BE49-F238E27FC236}">
                <a16:creationId xmlns:a16="http://schemas.microsoft.com/office/drawing/2014/main" id="{3AC18431-3CAC-2B8F-A648-18169FB43084}"/>
              </a:ext>
            </a:extLst>
          </p:cNvPr>
          <p:cNvSpPr txBox="1">
            <a:spLocks noGrp="1"/>
          </p:cNvSpPr>
          <p:nvPr>
            <p:ph type="title"/>
          </p:nvPr>
        </p:nvSpPr>
        <p:spPr>
          <a:xfrm>
            <a:off x="587154" y="499276"/>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01</a:t>
            </a:r>
            <a:endParaRPr dirty="0"/>
          </a:p>
        </p:txBody>
      </p:sp>
      <p:sp>
        <p:nvSpPr>
          <p:cNvPr id="771" name="Google Shape;771;p44">
            <a:extLst>
              <a:ext uri="{FF2B5EF4-FFF2-40B4-BE49-F238E27FC236}">
                <a16:creationId xmlns:a16="http://schemas.microsoft.com/office/drawing/2014/main" id="{E9512B9D-B3F2-E3C7-C2A8-79A58A8FE740}"/>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73D84FB4-5856-47A6-35F6-7295B65499C6}"/>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55;p44">
            <a:extLst>
              <a:ext uri="{FF2B5EF4-FFF2-40B4-BE49-F238E27FC236}">
                <a16:creationId xmlns:a16="http://schemas.microsoft.com/office/drawing/2014/main" id="{DC8A6AAB-4C16-DCA0-A5A9-05F8F129CECA}"/>
              </a:ext>
            </a:extLst>
          </p:cNvPr>
          <p:cNvSpPr txBox="1">
            <a:spLocks/>
          </p:cNvSpPr>
          <p:nvPr/>
        </p:nvSpPr>
        <p:spPr>
          <a:xfrm>
            <a:off x="716239" y="1441124"/>
            <a:ext cx="4393421" cy="75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dirty="0"/>
              <a:t>Predicting Loan Default Using Machine Learning</a:t>
            </a:r>
            <a:endParaRPr lang="en-ID" sz="2500" b="1" dirty="0"/>
          </a:p>
        </p:txBody>
      </p:sp>
      <p:sp>
        <p:nvSpPr>
          <p:cNvPr id="16" name="Rectangle 1">
            <a:extLst>
              <a:ext uri="{FF2B5EF4-FFF2-40B4-BE49-F238E27FC236}">
                <a16:creationId xmlns:a16="http://schemas.microsoft.com/office/drawing/2014/main" id="{F5849583-9241-AEA0-2487-DB22EF2A9E90}"/>
              </a:ext>
            </a:extLst>
          </p:cNvPr>
          <p:cNvSpPr>
            <a:spLocks noGrp="1" noChangeArrowheads="1"/>
          </p:cNvSpPr>
          <p:nvPr>
            <p:ph type="subTitle" idx="1"/>
          </p:nvPr>
        </p:nvSpPr>
        <p:spPr bwMode="auto">
          <a:xfrm>
            <a:off x="982432" y="2252167"/>
            <a:ext cx="368581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id-ID" dirty="0"/>
              <a:t>Menganalisis risiko gagal bayar (default) nasabah menggunakan data historis Home Credit.</a:t>
            </a:r>
            <a:endParaRPr lang="en-ID" dirty="0"/>
          </a:p>
          <a:p>
            <a:pPr>
              <a:buFont typeface="Arial" panose="020B0604020202020204" pitchFamily="34" charset="0"/>
              <a:buChar char="•"/>
            </a:pPr>
            <a:r>
              <a:rPr lang="id-ID" dirty="0"/>
              <a:t>Melakukan EDA, preprocessing, dan feature engineering pada multiple dataset.</a:t>
            </a:r>
            <a:endParaRPr lang="en-ID" dirty="0"/>
          </a:p>
          <a:p>
            <a:pPr>
              <a:buFont typeface="Arial" panose="020B0604020202020204" pitchFamily="34" charset="0"/>
              <a:buChar char="•"/>
            </a:pPr>
            <a:r>
              <a:rPr lang="id-ID" dirty="0"/>
              <a:t>Membangun model Logistic Regression untuk memprediksi probabilitas default nasabah.</a:t>
            </a:r>
            <a:endParaRPr lang="en-ID" dirty="0"/>
          </a:p>
          <a:p>
            <a:pPr>
              <a:buFont typeface="Arial" panose="020B0604020202020204" pitchFamily="34" charset="0"/>
              <a:buChar char="•"/>
            </a:pPr>
            <a:r>
              <a:rPr lang="id-ID" dirty="0"/>
              <a:t>Mengevaluasi model menggunakan ROC–AUC dan memberikan rekomendasi bisnis untuk menekan NPL.</a:t>
            </a:r>
            <a:endParaRPr lang="en-ID" dirty="0"/>
          </a:p>
        </p:txBody>
      </p:sp>
      <p:pic>
        <p:nvPicPr>
          <p:cNvPr id="7" name="Picture 6">
            <a:extLst>
              <a:ext uri="{FF2B5EF4-FFF2-40B4-BE49-F238E27FC236}">
                <a16:creationId xmlns:a16="http://schemas.microsoft.com/office/drawing/2014/main" id="{07ADBEC5-3413-E64B-24FD-A90E29EFB72B}"/>
              </a:ext>
            </a:extLst>
          </p:cNvPr>
          <p:cNvPicPr>
            <a:picLocks noChangeAspect="1"/>
          </p:cNvPicPr>
          <p:nvPr/>
        </p:nvPicPr>
        <p:blipFill>
          <a:blip r:embed="rId3"/>
          <a:stretch>
            <a:fillRect/>
          </a:stretch>
        </p:blipFill>
        <p:spPr>
          <a:xfrm>
            <a:off x="5197467" y="116843"/>
            <a:ext cx="1406216" cy="1494900"/>
          </a:xfrm>
          <a:prstGeom prst="rect">
            <a:avLst/>
          </a:prstGeom>
        </p:spPr>
      </p:pic>
      <p:pic>
        <p:nvPicPr>
          <p:cNvPr id="11" name="Picture 10">
            <a:extLst>
              <a:ext uri="{FF2B5EF4-FFF2-40B4-BE49-F238E27FC236}">
                <a16:creationId xmlns:a16="http://schemas.microsoft.com/office/drawing/2014/main" id="{811AC526-752B-19F5-A801-5000CF6A0053}"/>
              </a:ext>
            </a:extLst>
          </p:cNvPr>
          <p:cNvPicPr>
            <a:picLocks noChangeAspect="1"/>
          </p:cNvPicPr>
          <p:nvPr/>
        </p:nvPicPr>
        <p:blipFill>
          <a:blip r:embed="rId4"/>
          <a:stretch>
            <a:fillRect/>
          </a:stretch>
        </p:blipFill>
        <p:spPr>
          <a:xfrm>
            <a:off x="6619030" y="324074"/>
            <a:ext cx="2019827" cy="1494900"/>
          </a:xfrm>
          <a:prstGeom prst="rect">
            <a:avLst/>
          </a:prstGeom>
        </p:spPr>
      </p:pic>
      <p:pic>
        <p:nvPicPr>
          <p:cNvPr id="12" name="Picture 11">
            <a:extLst>
              <a:ext uri="{FF2B5EF4-FFF2-40B4-BE49-F238E27FC236}">
                <a16:creationId xmlns:a16="http://schemas.microsoft.com/office/drawing/2014/main" id="{5277969B-26E7-20EE-2C6C-7F9D6963F920}"/>
              </a:ext>
            </a:extLst>
          </p:cNvPr>
          <p:cNvPicPr>
            <a:picLocks noChangeAspect="1"/>
          </p:cNvPicPr>
          <p:nvPr/>
        </p:nvPicPr>
        <p:blipFill>
          <a:blip r:embed="rId5"/>
          <a:stretch>
            <a:fillRect/>
          </a:stretch>
        </p:blipFill>
        <p:spPr>
          <a:xfrm>
            <a:off x="4555848" y="3919841"/>
            <a:ext cx="1528310" cy="1076390"/>
          </a:xfrm>
          <a:prstGeom prst="rect">
            <a:avLst/>
          </a:prstGeom>
        </p:spPr>
      </p:pic>
      <p:pic>
        <p:nvPicPr>
          <p:cNvPr id="13" name="Picture 12">
            <a:extLst>
              <a:ext uri="{FF2B5EF4-FFF2-40B4-BE49-F238E27FC236}">
                <a16:creationId xmlns:a16="http://schemas.microsoft.com/office/drawing/2014/main" id="{7ABF0C56-24B1-7B11-F86D-C0991C6DDC8F}"/>
              </a:ext>
            </a:extLst>
          </p:cNvPr>
          <p:cNvPicPr>
            <a:picLocks noChangeAspect="1"/>
          </p:cNvPicPr>
          <p:nvPr/>
        </p:nvPicPr>
        <p:blipFill>
          <a:blip r:embed="rId6"/>
          <a:stretch>
            <a:fillRect/>
          </a:stretch>
        </p:blipFill>
        <p:spPr>
          <a:xfrm>
            <a:off x="7775510" y="3898185"/>
            <a:ext cx="1327244" cy="1245315"/>
          </a:xfrm>
          <a:prstGeom prst="rect">
            <a:avLst/>
          </a:prstGeom>
        </p:spPr>
      </p:pic>
      <p:pic>
        <p:nvPicPr>
          <p:cNvPr id="15" name="Picture 14">
            <a:extLst>
              <a:ext uri="{FF2B5EF4-FFF2-40B4-BE49-F238E27FC236}">
                <a16:creationId xmlns:a16="http://schemas.microsoft.com/office/drawing/2014/main" id="{37C4D3F1-56E4-82E3-3012-21BA3573E87F}"/>
              </a:ext>
            </a:extLst>
          </p:cNvPr>
          <p:cNvPicPr>
            <a:picLocks noChangeAspect="1"/>
          </p:cNvPicPr>
          <p:nvPr/>
        </p:nvPicPr>
        <p:blipFill>
          <a:blip r:embed="rId7"/>
          <a:stretch>
            <a:fillRect/>
          </a:stretch>
        </p:blipFill>
        <p:spPr>
          <a:xfrm>
            <a:off x="6126014" y="4036743"/>
            <a:ext cx="1624651" cy="1565365"/>
          </a:xfrm>
          <a:prstGeom prst="rect">
            <a:avLst/>
          </a:prstGeom>
        </p:spPr>
      </p:pic>
      <p:pic>
        <p:nvPicPr>
          <p:cNvPr id="19" name="Picture 18">
            <a:extLst>
              <a:ext uri="{FF2B5EF4-FFF2-40B4-BE49-F238E27FC236}">
                <a16:creationId xmlns:a16="http://schemas.microsoft.com/office/drawing/2014/main" id="{90B2C56B-2527-6FF8-F737-39CC37DF47A6}"/>
              </a:ext>
            </a:extLst>
          </p:cNvPr>
          <p:cNvPicPr>
            <a:picLocks noChangeAspect="1"/>
          </p:cNvPicPr>
          <p:nvPr/>
        </p:nvPicPr>
        <p:blipFill>
          <a:blip r:embed="rId8"/>
          <a:stretch>
            <a:fillRect/>
          </a:stretch>
        </p:blipFill>
        <p:spPr>
          <a:xfrm>
            <a:off x="6517270" y="1770163"/>
            <a:ext cx="2516479" cy="2059349"/>
          </a:xfrm>
          <a:prstGeom prst="rect">
            <a:avLst/>
          </a:prstGeom>
        </p:spPr>
      </p:pic>
      <p:pic>
        <p:nvPicPr>
          <p:cNvPr id="20" name="Picture 19">
            <a:extLst>
              <a:ext uri="{FF2B5EF4-FFF2-40B4-BE49-F238E27FC236}">
                <a16:creationId xmlns:a16="http://schemas.microsoft.com/office/drawing/2014/main" id="{A98398E6-0366-53C3-75A1-6B1A0DC08A09}"/>
              </a:ext>
            </a:extLst>
          </p:cNvPr>
          <p:cNvPicPr>
            <a:picLocks noChangeAspect="1"/>
          </p:cNvPicPr>
          <p:nvPr/>
        </p:nvPicPr>
        <p:blipFill>
          <a:blip r:embed="rId9"/>
          <a:stretch>
            <a:fillRect/>
          </a:stretch>
        </p:blipFill>
        <p:spPr>
          <a:xfrm>
            <a:off x="4555848" y="2196824"/>
            <a:ext cx="1961422" cy="1573981"/>
          </a:xfrm>
          <a:prstGeom prst="rect">
            <a:avLst/>
          </a:prstGeom>
        </p:spPr>
      </p:pic>
      <p:sp>
        <p:nvSpPr>
          <p:cNvPr id="21" name="Google Shape;210;p34">
            <a:extLst>
              <a:ext uri="{FF2B5EF4-FFF2-40B4-BE49-F238E27FC236}">
                <a16:creationId xmlns:a16="http://schemas.microsoft.com/office/drawing/2014/main" id="{680BFD90-B3F1-8E84-7C93-586B2078A725}"/>
              </a:ext>
            </a:extLst>
          </p:cNvPr>
          <p:cNvSpPr txBox="1">
            <a:spLocks/>
          </p:cNvSpPr>
          <p:nvPr/>
        </p:nvSpPr>
        <p:spPr>
          <a:xfrm>
            <a:off x="369208" y="116843"/>
            <a:ext cx="3025946" cy="39750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i="1" dirty="0">
                <a:solidFill>
                  <a:srgbClr val="0070C0"/>
                </a:solidFill>
                <a:hlinkClick r:id="rId10"/>
              </a:rPr>
              <a:t>Link </a:t>
            </a:r>
            <a:r>
              <a:rPr lang="en-US" i="1" dirty="0" err="1">
                <a:solidFill>
                  <a:srgbClr val="0070C0"/>
                </a:solidFill>
                <a:hlinkClick r:id="rId10"/>
              </a:rPr>
              <a:t>Portofolio</a:t>
            </a:r>
            <a:endParaRPr lang="en-ID" i="1" dirty="0">
              <a:solidFill>
                <a:srgbClr val="0070C0"/>
              </a:solidFill>
            </a:endParaRPr>
          </a:p>
        </p:txBody>
      </p:sp>
    </p:spTree>
    <p:extLst>
      <p:ext uri="{BB962C8B-B14F-4D97-AF65-F5344CB8AC3E}">
        <p14:creationId xmlns:p14="http://schemas.microsoft.com/office/powerpoint/2010/main" val="791031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cxnSp>
        <p:nvCxnSpPr>
          <p:cNvPr id="781" name="Google Shape;781;p45"/>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82" name="Google Shape;782;p45"/>
          <p:cNvSpPr txBox="1">
            <a:spLocks noGrp="1"/>
          </p:cNvSpPr>
          <p:nvPr>
            <p:ph type="title"/>
          </p:nvPr>
        </p:nvSpPr>
        <p:spPr>
          <a:xfrm>
            <a:off x="4485129" y="514350"/>
            <a:ext cx="2940300" cy="755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PROJECT 02</a:t>
            </a:r>
            <a:endParaRPr dirty="0"/>
          </a:p>
        </p:txBody>
      </p:sp>
      <p:sp>
        <p:nvSpPr>
          <p:cNvPr id="783" name="Google Shape;783;p45"/>
          <p:cNvSpPr txBox="1">
            <a:spLocks noGrp="1"/>
          </p:cNvSpPr>
          <p:nvPr>
            <p:ph type="subTitle" idx="1"/>
          </p:nvPr>
        </p:nvSpPr>
        <p:spPr>
          <a:xfrm>
            <a:off x="4042611" y="2613837"/>
            <a:ext cx="4381389" cy="20484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ID" dirty="0" err="1"/>
              <a:t>Membandingkan</a:t>
            </a:r>
            <a:r>
              <a:rPr lang="en-ID" dirty="0"/>
              <a:t> </a:t>
            </a:r>
            <a:r>
              <a:rPr lang="en-ID" dirty="0" err="1"/>
              <a:t>algoritma</a:t>
            </a:r>
            <a:r>
              <a:rPr lang="en-ID" dirty="0"/>
              <a:t> clustering </a:t>
            </a:r>
            <a:r>
              <a:rPr lang="en-ID" dirty="0" err="1"/>
              <a:t>untuk</a:t>
            </a:r>
            <a:r>
              <a:rPr lang="en-ID" dirty="0"/>
              <a:t> </a:t>
            </a:r>
            <a:r>
              <a:rPr lang="en-ID" dirty="0" err="1"/>
              <a:t>menentukan</a:t>
            </a:r>
            <a:r>
              <a:rPr lang="en-ID" dirty="0"/>
              <a:t> </a:t>
            </a:r>
            <a:r>
              <a:rPr lang="en-ID" dirty="0" err="1"/>
              <a:t>pola</a:t>
            </a:r>
            <a:r>
              <a:rPr lang="en-ID" dirty="0"/>
              <a:t> </a:t>
            </a:r>
            <a:r>
              <a:rPr lang="en-ID" dirty="0" err="1"/>
              <a:t>preferensi</a:t>
            </a:r>
            <a:r>
              <a:rPr lang="en-ID" dirty="0"/>
              <a:t> </a:t>
            </a:r>
            <a:r>
              <a:rPr lang="en-ID" dirty="0" err="1"/>
              <a:t>pernikahan</a:t>
            </a:r>
            <a:r>
              <a:rPr lang="en-ID" dirty="0"/>
              <a:t>.</a:t>
            </a:r>
          </a:p>
          <a:p>
            <a:pPr>
              <a:buFont typeface="Arial" panose="020B0604020202020204" pitchFamily="34" charset="0"/>
              <a:buChar char="•"/>
            </a:pPr>
            <a:r>
              <a:rPr lang="en-ID" dirty="0" err="1"/>
              <a:t>Menggunakan</a:t>
            </a:r>
            <a:r>
              <a:rPr lang="en-ID" dirty="0"/>
              <a:t> </a:t>
            </a:r>
            <a:r>
              <a:rPr lang="en-ID" dirty="0" err="1"/>
              <a:t>Rapidminer</a:t>
            </a:r>
            <a:r>
              <a:rPr lang="en-ID" dirty="0"/>
              <a:t> </a:t>
            </a:r>
            <a:r>
              <a:rPr lang="en-ID" dirty="0" err="1"/>
              <a:t>untuk</a:t>
            </a:r>
            <a:r>
              <a:rPr lang="en-ID" dirty="0"/>
              <a:t> </a:t>
            </a:r>
            <a:r>
              <a:rPr lang="en-ID" dirty="0" err="1"/>
              <a:t>implementasi</a:t>
            </a:r>
            <a:r>
              <a:rPr lang="en-ID" dirty="0"/>
              <a:t> model machine learning.</a:t>
            </a:r>
          </a:p>
          <a:p>
            <a:pPr>
              <a:buFont typeface="Arial" panose="020B0604020202020204" pitchFamily="34" charset="0"/>
              <a:buChar char="•"/>
            </a:pPr>
            <a:r>
              <a:rPr lang="en-ID" dirty="0" err="1"/>
              <a:t>Menganalisis</a:t>
            </a:r>
            <a:r>
              <a:rPr lang="en-ID" dirty="0"/>
              <a:t> </a:t>
            </a:r>
            <a:r>
              <a:rPr lang="en-ID" dirty="0" err="1"/>
              <a:t>hasil</a:t>
            </a:r>
            <a:r>
              <a:rPr lang="en-ID" dirty="0"/>
              <a:t> </a:t>
            </a:r>
            <a:r>
              <a:rPr lang="en-ID" dirty="0" err="1"/>
              <a:t>menggunakan</a:t>
            </a:r>
            <a:r>
              <a:rPr lang="en-ID" dirty="0"/>
              <a:t> </a:t>
            </a:r>
            <a:r>
              <a:rPr lang="en-ID" dirty="0" err="1"/>
              <a:t>metode</a:t>
            </a:r>
            <a:r>
              <a:rPr lang="en-ID" dirty="0"/>
              <a:t> </a:t>
            </a:r>
            <a:r>
              <a:rPr lang="en-ID" dirty="0" err="1"/>
              <a:t>evaluasi</a:t>
            </a:r>
            <a:r>
              <a:rPr lang="en-ID" dirty="0"/>
              <a:t> Davies-Bouldin Index.</a:t>
            </a:r>
          </a:p>
          <a:p>
            <a:pPr>
              <a:buFont typeface="Arial" panose="020B0604020202020204" pitchFamily="34" charset="0"/>
              <a:buChar char="•"/>
            </a:pPr>
            <a:r>
              <a:rPr lang="en-ID" dirty="0" err="1"/>
              <a:t>Dipublikasikan</a:t>
            </a:r>
            <a:r>
              <a:rPr lang="en-ID" dirty="0"/>
              <a:t> </a:t>
            </a:r>
            <a:r>
              <a:rPr lang="en-ID" dirty="0" err="1"/>
              <a:t>dalam</a:t>
            </a:r>
            <a:r>
              <a:rPr lang="en-ID" dirty="0"/>
              <a:t> </a:t>
            </a:r>
            <a:r>
              <a:rPr lang="en-ID" i="1" dirty="0">
                <a:hlinkClick r:id="rId3"/>
              </a:rPr>
              <a:t>JURTEKSI Vol. XI No 1, 2024</a:t>
            </a:r>
            <a:r>
              <a:rPr lang="en-ID" dirty="0">
                <a:hlinkClick r:id="rId4" action="ppaction://hlinkfile"/>
              </a:rPr>
              <a:t>.</a:t>
            </a:r>
            <a:endParaRPr lang="en-ID" dirty="0"/>
          </a:p>
        </p:txBody>
      </p:sp>
      <p:sp>
        <p:nvSpPr>
          <p:cNvPr id="829" name="Google Shape;829;p45"/>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5"/>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3" name="Google Shape;833;p45"/>
          <p:cNvCxnSpPr/>
          <p:nvPr/>
        </p:nvCxnSpPr>
        <p:spPr>
          <a:xfrm>
            <a:off x="8551050" y="2264575"/>
            <a:ext cx="0" cy="2628900"/>
          </a:xfrm>
          <a:prstGeom prst="straightConnector1">
            <a:avLst/>
          </a:prstGeom>
          <a:noFill/>
          <a:ln w="19050" cap="flat" cmpd="sng">
            <a:solidFill>
              <a:schemeClr val="dk2"/>
            </a:solidFill>
            <a:prstDash val="solid"/>
            <a:round/>
            <a:headEnd type="none" w="med" len="med"/>
            <a:tailEnd type="none" w="med" len="med"/>
          </a:ln>
        </p:spPr>
      </p:cxnSp>
      <p:sp>
        <p:nvSpPr>
          <p:cNvPr id="2" name="Google Shape;782;p45">
            <a:extLst>
              <a:ext uri="{FF2B5EF4-FFF2-40B4-BE49-F238E27FC236}">
                <a16:creationId xmlns:a16="http://schemas.microsoft.com/office/drawing/2014/main" id="{BB8C5ABB-DF87-A82C-D30D-25BE32317D56}"/>
              </a:ext>
            </a:extLst>
          </p:cNvPr>
          <p:cNvSpPr txBox="1">
            <a:spLocks/>
          </p:cNvSpPr>
          <p:nvPr/>
        </p:nvSpPr>
        <p:spPr>
          <a:xfrm>
            <a:off x="2303301" y="1642098"/>
            <a:ext cx="6120699" cy="100427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sv-SE" sz="2500" b="1" dirty="0"/>
              <a:t>Prediksi Kategori Pernikahan Menggunakan K-Means, X-Means, dan K-Medoids </a:t>
            </a:r>
            <a:r>
              <a:rPr lang="sv-SE" sz="2500" b="1" i="1" dirty="0"/>
              <a:t>(Publikasi Jurnal Sinta 3)</a:t>
            </a:r>
            <a:endParaRPr lang="sv-SE" sz="2500" b="1" dirty="0"/>
          </a:p>
        </p:txBody>
      </p:sp>
      <p:sp>
        <p:nvSpPr>
          <p:cNvPr id="3" name="Freeform 21">
            <a:extLst>
              <a:ext uri="{FF2B5EF4-FFF2-40B4-BE49-F238E27FC236}">
                <a16:creationId xmlns:a16="http://schemas.microsoft.com/office/drawing/2014/main" id="{267DCF9E-BE81-4294-C781-64B1950D717B}"/>
              </a:ext>
            </a:extLst>
          </p:cNvPr>
          <p:cNvSpPr/>
          <p:nvPr/>
        </p:nvSpPr>
        <p:spPr>
          <a:xfrm>
            <a:off x="114443" y="731595"/>
            <a:ext cx="2307376" cy="2305520"/>
          </a:xfrm>
          <a:custGeom>
            <a:avLst/>
            <a:gdLst/>
            <a:ahLst/>
            <a:cxnLst/>
            <a:rect l="l" t="t" r="r" b="b"/>
            <a:pathLst>
              <a:path w="4513307" h="4218404">
                <a:moveTo>
                  <a:pt x="0" y="0"/>
                </a:moveTo>
                <a:lnTo>
                  <a:pt x="4513307" y="0"/>
                </a:lnTo>
                <a:lnTo>
                  <a:pt x="4513307" y="4218404"/>
                </a:lnTo>
                <a:lnTo>
                  <a:pt x="0" y="4218404"/>
                </a:lnTo>
                <a:lnTo>
                  <a:pt x="0" y="0"/>
                </a:lnTo>
                <a:close/>
              </a:path>
            </a:pathLst>
          </a:custGeom>
          <a:blipFill>
            <a:blip r:embed="rId5"/>
            <a:stretch>
              <a:fillRect/>
            </a:stretch>
          </a:blipFill>
        </p:spPr>
      </p:sp>
      <p:sp>
        <p:nvSpPr>
          <p:cNvPr id="4" name="Freeform 22">
            <a:extLst>
              <a:ext uri="{FF2B5EF4-FFF2-40B4-BE49-F238E27FC236}">
                <a16:creationId xmlns:a16="http://schemas.microsoft.com/office/drawing/2014/main" id="{BB7E4DBD-CECE-0991-74C4-0E474EC96434}"/>
              </a:ext>
            </a:extLst>
          </p:cNvPr>
          <p:cNvSpPr/>
          <p:nvPr/>
        </p:nvSpPr>
        <p:spPr>
          <a:xfrm>
            <a:off x="1469570" y="2613837"/>
            <a:ext cx="2307376" cy="2136543"/>
          </a:xfrm>
          <a:custGeom>
            <a:avLst/>
            <a:gdLst/>
            <a:ahLst/>
            <a:cxnLst/>
            <a:rect l="l" t="t" r="r" b="b"/>
            <a:pathLst>
              <a:path w="4643876" h="2573541">
                <a:moveTo>
                  <a:pt x="0" y="0"/>
                </a:moveTo>
                <a:lnTo>
                  <a:pt x="4643875" y="0"/>
                </a:lnTo>
                <a:lnTo>
                  <a:pt x="4643875" y="2573541"/>
                </a:lnTo>
                <a:lnTo>
                  <a:pt x="0" y="2573541"/>
                </a:lnTo>
                <a:lnTo>
                  <a:pt x="0" y="0"/>
                </a:lnTo>
                <a:close/>
              </a:path>
            </a:pathLst>
          </a:custGeom>
          <a:blipFill>
            <a:blip r:embed="rId6"/>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1">
          <a:extLst>
            <a:ext uri="{FF2B5EF4-FFF2-40B4-BE49-F238E27FC236}">
              <a16:creationId xmlns:a16="http://schemas.microsoft.com/office/drawing/2014/main" id="{AB7A27BE-49C3-5840-CD5F-0CA37D0E48F6}"/>
            </a:ext>
          </a:extLst>
        </p:cNvPr>
        <p:cNvGrpSpPr/>
        <p:nvPr/>
      </p:nvGrpSpPr>
      <p:grpSpPr>
        <a:xfrm>
          <a:off x="0" y="0"/>
          <a:ext cx="0" cy="0"/>
          <a:chOff x="0" y="0"/>
          <a:chExt cx="0" cy="0"/>
        </a:xfrm>
      </p:grpSpPr>
      <p:cxnSp>
        <p:nvCxnSpPr>
          <p:cNvPr id="752" name="Google Shape;752;p44">
            <a:extLst>
              <a:ext uri="{FF2B5EF4-FFF2-40B4-BE49-F238E27FC236}">
                <a16:creationId xmlns:a16="http://schemas.microsoft.com/office/drawing/2014/main" id="{A2A35279-FC81-CA64-0D3F-E9C9CE8D07CD}"/>
              </a:ext>
            </a:extLst>
          </p:cNvPr>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753" name="Google Shape;753;p44">
            <a:extLst>
              <a:ext uri="{FF2B5EF4-FFF2-40B4-BE49-F238E27FC236}">
                <a16:creationId xmlns:a16="http://schemas.microsoft.com/office/drawing/2014/main" id="{6C921CB2-D59F-54C7-809D-6BF0D54E6760}"/>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55" name="Google Shape;755;p44">
            <a:extLst>
              <a:ext uri="{FF2B5EF4-FFF2-40B4-BE49-F238E27FC236}">
                <a16:creationId xmlns:a16="http://schemas.microsoft.com/office/drawing/2014/main" id="{A5D29058-9E52-64A6-EC74-7FC17AEB16A1}"/>
              </a:ext>
            </a:extLst>
          </p:cNvPr>
          <p:cNvSpPr txBox="1">
            <a:spLocks noGrp="1"/>
          </p:cNvSpPr>
          <p:nvPr>
            <p:ph type="title"/>
          </p:nvPr>
        </p:nvSpPr>
        <p:spPr>
          <a:xfrm>
            <a:off x="587154" y="499276"/>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03</a:t>
            </a:r>
            <a:endParaRPr dirty="0"/>
          </a:p>
        </p:txBody>
      </p:sp>
      <p:sp>
        <p:nvSpPr>
          <p:cNvPr id="771" name="Google Shape;771;p44">
            <a:extLst>
              <a:ext uri="{FF2B5EF4-FFF2-40B4-BE49-F238E27FC236}">
                <a16:creationId xmlns:a16="http://schemas.microsoft.com/office/drawing/2014/main" id="{EE7E5A7B-1499-C4B1-F829-A7446BB21580}"/>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D3BD5856-99E1-828F-2488-65FA97959EAD}"/>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55;p44">
            <a:extLst>
              <a:ext uri="{FF2B5EF4-FFF2-40B4-BE49-F238E27FC236}">
                <a16:creationId xmlns:a16="http://schemas.microsoft.com/office/drawing/2014/main" id="{6F6D0510-200E-78F3-4989-43AA1933578D}"/>
              </a:ext>
            </a:extLst>
          </p:cNvPr>
          <p:cNvSpPr txBox="1">
            <a:spLocks/>
          </p:cNvSpPr>
          <p:nvPr/>
        </p:nvSpPr>
        <p:spPr>
          <a:xfrm>
            <a:off x="716239" y="1441124"/>
            <a:ext cx="4393421" cy="75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ID" b="1" dirty="0" err="1"/>
              <a:t>Memprediksi</a:t>
            </a:r>
            <a:r>
              <a:rPr lang="en-ID" b="1" dirty="0"/>
              <a:t> </a:t>
            </a:r>
            <a:r>
              <a:rPr lang="en-ID" b="1" dirty="0" err="1"/>
              <a:t>Risiko</a:t>
            </a:r>
            <a:r>
              <a:rPr lang="en-ID" b="1" dirty="0"/>
              <a:t> </a:t>
            </a:r>
            <a:r>
              <a:rPr lang="en-ID" b="1" dirty="0" err="1"/>
              <a:t>Kredit</a:t>
            </a:r>
            <a:r>
              <a:rPr lang="en-ID" b="1" dirty="0"/>
              <a:t> (credit risk)</a:t>
            </a:r>
            <a:endParaRPr lang="en-ID" sz="2500" b="1" dirty="0"/>
          </a:p>
        </p:txBody>
      </p:sp>
      <p:sp>
        <p:nvSpPr>
          <p:cNvPr id="16" name="Rectangle 1">
            <a:extLst>
              <a:ext uri="{FF2B5EF4-FFF2-40B4-BE49-F238E27FC236}">
                <a16:creationId xmlns:a16="http://schemas.microsoft.com/office/drawing/2014/main" id="{37904C90-6A12-5B39-0359-2FB4698DF739}"/>
              </a:ext>
            </a:extLst>
          </p:cNvPr>
          <p:cNvSpPr>
            <a:spLocks noGrp="1" noChangeArrowheads="1"/>
          </p:cNvSpPr>
          <p:nvPr>
            <p:ph type="subTitle" idx="1"/>
          </p:nvPr>
        </p:nvSpPr>
        <p:spPr bwMode="auto">
          <a:xfrm>
            <a:off x="982432" y="2382972"/>
            <a:ext cx="3685812"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id-ID" sz="1100" dirty="0"/>
              <a:t>Melakukan pembersihan, transformasi, dan eksplorasi data pinjaman berskala besar.</a:t>
            </a:r>
            <a:endParaRPr lang="en-ID" sz="1100" dirty="0"/>
          </a:p>
          <a:p>
            <a:pPr>
              <a:buFont typeface="Arial" panose="020B0604020202020204" pitchFamily="34" charset="0"/>
              <a:buChar char="•"/>
            </a:pPr>
            <a:r>
              <a:rPr lang="id-ID" sz="1100" dirty="0"/>
              <a:t>Menangani missing value, outlier, serta ketidakseimbangan kelas (imbalanced data).</a:t>
            </a:r>
            <a:endParaRPr lang="en-ID" sz="1100" dirty="0"/>
          </a:p>
          <a:p>
            <a:pPr>
              <a:buFont typeface="Arial" panose="020B0604020202020204" pitchFamily="34" charset="0"/>
              <a:buChar char="•"/>
            </a:pPr>
            <a:r>
              <a:rPr lang="id-ID" sz="1100" dirty="0"/>
              <a:t>Melakukan EDA untuk memahami pola data serta faktor penting yang memengaruhi risiko</a:t>
            </a:r>
            <a:r>
              <a:rPr lang="en-ID" sz="1100" dirty="0"/>
              <a:t> </a:t>
            </a:r>
            <a:r>
              <a:rPr lang="id-ID" sz="1100" dirty="0"/>
              <a:t>kredit. </a:t>
            </a:r>
            <a:endParaRPr lang="en-ID" sz="1100" dirty="0"/>
          </a:p>
          <a:p>
            <a:pPr>
              <a:buFont typeface="Arial" panose="020B0604020202020204" pitchFamily="34" charset="0"/>
              <a:buChar char="•"/>
            </a:pPr>
            <a:r>
              <a:rPr lang="id-ID" sz="1100" dirty="0"/>
              <a:t>Membangun dan membandingkan model klasifikasi (Logistic Regression, Decision Tree,</a:t>
            </a:r>
            <a:r>
              <a:rPr lang="en-ID" sz="1100" dirty="0"/>
              <a:t> </a:t>
            </a:r>
            <a:r>
              <a:rPr lang="id-ID" sz="1100" dirty="0"/>
              <a:t>KNN, Random Forest)</a:t>
            </a:r>
            <a:r>
              <a:rPr lang="en-US" sz="1100" dirty="0"/>
              <a:t>.</a:t>
            </a:r>
          </a:p>
          <a:p>
            <a:pPr>
              <a:buFont typeface="Arial" panose="020B0604020202020204" pitchFamily="34" charset="0"/>
              <a:buChar char="•"/>
            </a:pPr>
            <a:r>
              <a:rPr lang="id-ID" sz="1100" dirty="0"/>
              <a:t>Mengevaluasi performa model dengan precision, recall, F1-score, dan ROC-AUC.</a:t>
            </a:r>
            <a:endParaRPr lang="en-ID" sz="1100" dirty="0"/>
          </a:p>
          <a:p>
            <a:pPr>
              <a:buFont typeface="Arial" panose="020B0604020202020204" pitchFamily="34" charset="0"/>
              <a:buChar char="•"/>
            </a:pPr>
            <a:r>
              <a:rPr lang="id-ID" sz="1100" dirty="0"/>
              <a:t> </a:t>
            </a:r>
            <a:r>
              <a:rPr lang="en-ID" sz="1100" dirty="0" err="1"/>
              <a:t>Memberikan</a:t>
            </a:r>
            <a:r>
              <a:rPr lang="en-ID" sz="1100" dirty="0"/>
              <a:t> insight </a:t>
            </a:r>
            <a:r>
              <a:rPr lang="en-ID" sz="1100" dirty="0" err="1"/>
              <a:t>bisnis</a:t>
            </a:r>
            <a:r>
              <a:rPr lang="en-ID" sz="1100" dirty="0"/>
              <a:t> </a:t>
            </a:r>
            <a:r>
              <a:rPr lang="en-ID" sz="1100" dirty="0" err="1"/>
              <a:t>terkait</a:t>
            </a:r>
            <a:r>
              <a:rPr lang="en-ID" sz="1100" dirty="0"/>
              <a:t> </a:t>
            </a:r>
            <a:r>
              <a:rPr lang="en-ID" sz="1100" dirty="0" err="1"/>
              <a:t>karakteristik</a:t>
            </a:r>
            <a:r>
              <a:rPr lang="en-ID" sz="1100" dirty="0"/>
              <a:t> </a:t>
            </a:r>
            <a:r>
              <a:rPr lang="en-ID" sz="1100" dirty="0" err="1"/>
              <a:t>peminjam</a:t>
            </a:r>
            <a:r>
              <a:rPr lang="en-ID" sz="1100" dirty="0"/>
              <a:t> </a:t>
            </a:r>
            <a:r>
              <a:rPr lang="en-ID" sz="1100" dirty="0" err="1"/>
              <a:t>berisiko</a:t>
            </a:r>
            <a:r>
              <a:rPr lang="en-ID" sz="1100" dirty="0"/>
              <a:t> </a:t>
            </a:r>
            <a:r>
              <a:rPr lang="en-ID" sz="1100" dirty="0" err="1"/>
              <a:t>tinggi</a:t>
            </a:r>
            <a:r>
              <a:rPr lang="en-ID" sz="1100" dirty="0"/>
              <a:t> </a:t>
            </a:r>
            <a:r>
              <a:rPr lang="en-ID" sz="1100" dirty="0" err="1"/>
              <a:t>untuk</a:t>
            </a:r>
            <a:r>
              <a:rPr lang="en-ID" sz="1100" dirty="0"/>
              <a:t> </a:t>
            </a:r>
            <a:r>
              <a:rPr lang="en-ID" sz="1100" dirty="0" err="1"/>
              <a:t>mendukung</a:t>
            </a:r>
            <a:r>
              <a:rPr lang="en-ID" sz="1100" dirty="0"/>
              <a:t> strategi </a:t>
            </a:r>
            <a:r>
              <a:rPr lang="en-ID" sz="1100" dirty="0" err="1"/>
              <a:t>manajemen</a:t>
            </a:r>
            <a:r>
              <a:rPr lang="en-ID" sz="1100" dirty="0"/>
              <a:t> </a:t>
            </a:r>
            <a:r>
              <a:rPr lang="en-ID" sz="1100" dirty="0" err="1"/>
              <a:t>kredit</a:t>
            </a:r>
            <a:r>
              <a:rPr lang="en-ID" sz="1100" dirty="0"/>
              <a:t>.</a:t>
            </a:r>
          </a:p>
        </p:txBody>
      </p:sp>
      <p:pic>
        <p:nvPicPr>
          <p:cNvPr id="3" name="Picture 2">
            <a:extLst>
              <a:ext uri="{FF2B5EF4-FFF2-40B4-BE49-F238E27FC236}">
                <a16:creationId xmlns:a16="http://schemas.microsoft.com/office/drawing/2014/main" id="{BDB3C2E2-CE3E-D59B-9A21-D778773AAAEF}"/>
              </a:ext>
            </a:extLst>
          </p:cNvPr>
          <p:cNvPicPr>
            <a:picLocks noChangeAspect="1"/>
          </p:cNvPicPr>
          <p:nvPr/>
        </p:nvPicPr>
        <p:blipFill>
          <a:blip r:embed="rId3"/>
          <a:stretch>
            <a:fillRect/>
          </a:stretch>
        </p:blipFill>
        <p:spPr>
          <a:xfrm>
            <a:off x="4534216" y="486415"/>
            <a:ext cx="1338575" cy="1020186"/>
          </a:xfrm>
          <a:prstGeom prst="rect">
            <a:avLst/>
          </a:prstGeom>
        </p:spPr>
      </p:pic>
      <p:pic>
        <p:nvPicPr>
          <p:cNvPr id="4" name="Picture 3">
            <a:extLst>
              <a:ext uri="{FF2B5EF4-FFF2-40B4-BE49-F238E27FC236}">
                <a16:creationId xmlns:a16="http://schemas.microsoft.com/office/drawing/2014/main" id="{38900E8F-E0F4-17AF-6E21-41A52C6AD4A2}"/>
              </a:ext>
            </a:extLst>
          </p:cNvPr>
          <p:cNvPicPr>
            <a:picLocks noChangeAspect="1"/>
          </p:cNvPicPr>
          <p:nvPr/>
        </p:nvPicPr>
        <p:blipFill>
          <a:blip r:embed="rId4"/>
          <a:stretch>
            <a:fillRect/>
          </a:stretch>
        </p:blipFill>
        <p:spPr>
          <a:xfrm>
            <a:off x="7122412" y="486414"/>
            <a:ext cx="1338575" cy="1050088"/>
          </a:xfrm>
          <a:prstGeom prst="rect">
            <a:avLst/>
          </a:prstGeom>
        </p:spPr>
      </p:pic>
      <p:pic>
        <p:nvPicPr>
          <p:cNvPr id="5" name="Picture 4">
            <a:extLst>
              <a:ext uri="{FF2B5EF4-FFF2-40B4-BE49-F238E27FC236}">
                <a16:creationId xmlns:a16="http://schemas.microsoft.com/office/drawing/2014/main" id="{F5865C9B-1BFA-7F6B-031D-B7D37052A2D4}"/>
              </a:ext>
            </a:extLst>
          </p:cNvPr>
          <p:cNvPicPr>
            <a:picLocks noChangeAspect="1"/>
          </p:cNvPicPr>
          <p:nvPr/>
        </p:nvPicPr>
        <p:blipFill>
          <a:blip r:embed="rId5"/>
          <a:stretch>
            <a:fillRect/>
          </a:stretch>
        </p:blipFill>
        <p:spPr>
          <a:xfrm>
            <a:off x="5685105" y="717881"/>
            <a:ext cx="1570318" cy="1253500"/>
          </a:xfrm>
          <a:prstGeom prst="rect">
            <a:avLst/>
          </a:prstGeom>
        </p:spPr>
      </p:pic>
      <p:pic>
        <p:nvPicPr>
          <p:cNvPr id="6" name="Picture 5">
            <a:extLst>
              <a:ext uri="{FF2B5EF4-FFF2-40B4-BE49-F238E27FC236}">
                <a16:creationId xmlns:a16="http://schemas.microsoft.com/office/drawing/2014/main" id="{EB33D82C-FD0B-A721-F410-66B26D7C4282}"/>
              </a:ext>
            </a:extLst>
          </p:cNvPr>
          <p:cNvPicPr>
            <a:picLocks noChangeAspect="1"/>
          </p:cNvPicPr>
          <p:nvPr/>
        </p:nvPicPr>
        <p:blipFill>
          <a:blip r:embed="rId6"/>
          <a:stretch>
            <a:fillRect/>
          </a:stretch>
        </p:blipFill>
        <p:spPr>
          <a:xfrm>
            <a:off x="7452856" y="1614551"/>
            <a:ext cx="1345770" cy="1050087"/>
          </a:xfrm>
          <a:prstGeom prst="rect">
            <a:avLst/>
          </a:prstGeom>
        </p:spPr>
      </p:pic>
      <p:pic>
        <p:nvPicPr>
          <p:cNvPr id="8" name="Picture 7">
            <a:extLst>
              <a:ext uri="{FF2B5EF4-FFF2-40B4-BE49-F238E27FC236}">
                <a16:creationId xmlns:a16="http://schemas.microsoft.com/office/drawing/2014/main" id="{E34BF285-9DF1-C6E6-9201-14AD169726AB}"/>
              </a:ext>
            </a:extLst>
          </p:cNvPr>
          <p:cNvPicPr>
            <a:picLocks noChangeAspect="1"/>
          </p:cNvPicPr>
          <p:nvPr/>
        </p:nvPicPr>
        <p:blipFill>
          <a:blip r:embed="rId7"/>
          <a:stretch>
            <a:fillRect/>
          </a:stretch>
        </p:blipFill>
        <p:spPr>
          <a:xfrm>
            <a:off x="4998664" y="2077587"/>
            <a:ext cx="1570317" cy="1281499"/>
          </a:xfrm>
          <a:prstGeom prst="rect">
            <a:avLst/>
          </a:prstGeom>
        </p:spPr>
      </p:pic>
      <p:pic>
        <p:nvPicPr>
          <p:cNvPr id="14" name="Picture 13">
            <a:extLst>
              <a:ext uri="{FF2B5EF4-FFF2-40B4-BE49-F238E27FC236}">
                <a16:creationId xmlns:a16="http://schemas.microsoft.com/office/drawing/2014/main" id="{C9F8F3D7-23C1-DB06-B4CE-99D6A417EE6E}"/>
              </a:ext>
            </a:extLst>
          </p:cNvPr>
          <p:cNvPicPr>
            <a:picLocks noChangeAspect="1"/>
          </p:cNvPicPr>
          <p:nvPr/>
        </p:nvPicPr>
        <p:blipFill>
          <a:blip r:embed="rId8"/>
          <a:stretch>
            <a:fillRect/>
          </a:stretch>
        </p:blipFill>
        <p:spPr>
          <a:xfrm>
            <a:off x="6929912" y="2528939"/>
            <a:ext cx="1296313" cy="1050086"/>
          </a:xfrm>
          <a:prstGeom prst="rect">
            <a:avLst/>
          </a:prstGeom>
        </p:spPr>
      </p:pic>
      <p:pic>
        <p:nvPicPr>
          <p:cNvPr id="17" name="Picture 16">
            <a:extLst>
              <a:ext uri="{FF2B5EF4-FFF2-40B4-BE49-F238E27FC236}">
                <a16:creationId xmlns:a16="http://schemas.microsoft.com/office/drawing/2014/main" id="{4B75E091-2E52-2B6B-C8A8-7CE1E75DAB40}"/>
              </a:ext>
            </a:extLst>
          </p:cNvPr>
          <p:cNvPicPr>
            <a:picLocks noChangeAspect="1"/>
          </p:cNvPicPr>
          <p:nvPr/>
        </p:nvPicPr>
        <p:blipFill>
          <a:blip r:embed="rId9"/>
          <a:stretch>
            <a:fillRect/>
          </a:stretch>
        </p:blipFill>
        <p:spPr>
          <a:xfrm>
            <a:off x="4833294" y="3545234"/>
            <a:ext cx="2078993" cy="861565"/>
          </a:xfrm>
          <a:prstGeom prst="rect">
            <a:avLst/>
          </a:prstGeom>
        </p:spPr>
      </p:pic>
      <p:pic>
        <p:nvPicPr>
          <p:cNvPr id="18" name="Picture 17">
            <a:extLst>
              <a:ext uri="{FF2B5EF4-FFF2-40B4-BE49-F238E27FC236}">
                <a16:creationId xmlns:a16="http://schemas.microsoft.com/office/drawing/2014/main" id="{8A4FA75D-EB62-7480-8DCE-D611D4532E50}"/>
              </a:ext>
            </a:extLst>
          </p:cNvPr>
          <p:cNvPicPr>
            <a:picLocks noChangeAspect="1"/>
          </p:cNvPicPr>
          <p:nvPr/>
        </p:nvPicPr>
        <p:blipFill>
          <a:blip r:embed="rId10"/>
          <a:stretch>
            <a:fillRect/>
          </a:stretch>
        </p:blipFill>
        <p:spPr>
          <a:xfrm>
            <a:off x="6929912" y="3976017"/>
            <a:ext cx="2023208" cy="899204"/>
          </a:xfrm>
          <a:prstGeom prst="rect">
            <a:avLst/>
          </a:prstGeom>
        </p:spPr>
      </p:pic>
      <p:sp>
        <p:nvSpPr>
          <p:cNvPr id="7" name="Google Shape;210;p34">
            <a:extLst>
              <a:ext uri="{FF2B5EF4-FFF2-40B4-BE49-F238E27FC236}">
                <a16:creationId xmlns:a16="http://schemas.microsoft.com/office/drawing/2014/main" id="{2421B7E6-A387-9180-644D-F7C937A90D60}"/>
              </a:ext>
            </a:extLst>
          </p:cNvPr>
          <p:cNvSpPr txBox="1">
            <a:spLocks/>
          </p:cNvSpPr>
          <p:nvPr/>
        </p:nvSpPr>
        <p:spPr>
          <a:xfrm>
            <a:off x="369208" y="116843"/>
            <a:ext cx="3025946" cy="39750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i="1" dirty="0">
                <a:solidFill>
                  <a:srgbClr val="0070C0"/>
                </a:solidFill>
                <a:hlinkClick r:id="rId11"/>
              </a:rPr>
              <a:t>Link </a:t>
            </a:r>
            <a:r>
              <a:rPr lang="en-US" i="1" dirty="0" err="1">
                <a:solidFill>
                  <a:srgbClr val="0070C0"/>
                </a:solidFill>
                <a:hlinkClick r:id="rId11"/>
              </a:rPr>
              <a:t>Portofolio</a:t>
            </a:r>
            <a:endParaRPr lang="en-ID" i="1" dirty="0">
              <a:solidFill>
                <a:srgbClr val="0070C0"/>
              </a:solidFill>
            </a:endParaRPr>
          </a:p>
        </p:txBody>
      </p:sp>
    </p:spTree>
    <p:extLst>
      <p:ext uri="{BB962C8B-B14F-4D97-AF65-F5344CB8AC3E}">
        <p14:creationId xmlns:p14="http://schemas.microsoft.com/office/powerpoint/2010/main" val="2342836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0">
          <a:extLst>
            <a:ext uri="{FF2B5EF4-FFF2-40B4-BE49-F238E27FC236}">
              <a16:creationId xmlns:a16="http://schemas.microsoft.com/office/drawing/2014/main" id="{3454E259-91E7-F84F-C869-72735EBDCE12}"/>
            </a:ext>
          </a:extLst>
        </p:cNvPr>
        <p:cNvGrpSpPr/>
        <p:nvPr/>
      </p:nvGrpSpPr>
      <p:grpSpPr>
        <a:xfrm>
          <a:off x="0" y="0"/>
          <a:ext cx="0" cy="0"/>
          <a:chOff x="0" y="0"/>
          <a:chExt cx="0" cy="0"/>
        </a:xfrm>
      </p:grpSpPr>
      <p:cxnSp>
        <p:nvCxnSpPr>
          <p:cNvPr id="781" name="Google Shape;781;p45">
            <a:extLst>
              <a:ext uri="{FF2B5EF4-FFF2-40B4-BE49-F238E27FC236}">
                <a16:creationId xmlns:a16="http://schemas.microsoft.com/office/drawing/2014/main" id="{45A5A114-E7D8-DC25-3C28-0508327E7491}"/>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82" name="Google Shape;782;p45">
            <a:extLst>
              <a:ext uri="{FF2B5EF4-FFF2-40B4-BE49-F238E27FC236}">
                <a16:creationId xmlns:a16="http://schemas.microsoft.com/office/drawing/2014/main" id="{283F30ED-59CB-D7A8-E56D-0D7B81292628}"/>
              </a:ext>
            </a:extLst>
          </p:cNvPr>
          <p:cNvSpPr txBox="1">
            <a:spLocks noGrp="1"/>
          </p:cNvSpPr>
          <p:nvPr>
            <p:ph type="title"/>
          </p:nvPr>
        </p:nvSpPr>
        <p:spPr>
          <a:xfrm>
            <a:off x="4485129" y="514350"/>
            <a:ext cx="2940300" cy="755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PROJECT 04</a:t>
            </a:r>
            <a:endParaRPr dirty="0"/>
          </a:p>
        </p:txBody>
      </p:sp>
      <p:sp>
        <p:nvSpPr>
          <p:cNvPr id="829" name="Google Shape;829;p45">
            <a:extLst>
              <a:ext uri="{FF2B5EF4-FFF2-40B4-BE49-F238E27FC236}">
                <a16:creationId xmlns:a16="http://schemas.microsoft.com/office/drawing/2014/main" id="{08E896B9-8E94-748B-81E5-2E10DF78A04C}"/>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5">
            <a:extLst>
              <a:ext uri="{FF2B5EF4-FFF2-40B4-BE49-F238E27FC236}">
                <a16:creationId xmlns:a16="http://schemas.microsoft.com/office/drawing/2014/main" id="{A06D8457-9FFA-2E4A-EBD0-5F63C522B9FC}"/>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3" name="Google Shape;833;p45">
            <a:extLst>
              <a:ext uri="{FF2B5EF4-FFF2-40B4-BE49-F238E27FC236}">
                <a16:creationId xmlns:a16="http://schemas.microsoft.com/office/drawing/2014/main" id="{08DE96D4-1601-B068-5172-840663806820}"/>
              </a:ext>
            </a:extLst>
          </p:cNvPr>
          <p:cNvCxnSpPr/>
          <p:nvPr/>
        </p:nvCxnSpPr>
        <p:spPr>
          <a:xfrm>
            <a:off x="8551050" y="2264575"/>
            <a:ext cx="0" cy="2628900"/>
          </a:xfrm>
          <a:prstGeom prst="straightConnector1">
            <a:avLst/>
          </a:prstGeom>
          <a:noFill/>
          <a:ln w="19050" cap="flat" cmpd="sng">
            <a:solidFill>
              <a:schemeClr val="dk2"/>
            </a:solidFill>
            <a:prstDash val="solid"/>
            <a:round/>
            <a:headEnd type="none" w="med" len="med"/>
            <a:tailEnd type="none" w="med" len="med"/>
          </a:ln>
        </p:spPr>
      </p:cxnSp>
      <p:sp>
        <p:nvSpPr>
          <p:cNvPr id="2" name="Google Shape;782;p45">
            <a:extLst>
              <a:ext uri="{FF2B5EF4-FFF2-40B4-BE49-F238E27FC236}">
                <a16:creationId xmlns:a16="http://schemas.microsoft.com/office/drawing/2014/main" id="{5DFFB78A-2CB7-B0AE-6F9C-6FE81BC719E2}"/>
              </a:ext>
            </a:extLst>
          </p:cNvPr>
          <p:cNvSpPr txBox="1">
            <a:spLocks/>
          </p:cNvSpPr>
          <p:nvPr/>
        </p:nvSpPr>
        <p:spPr>
          <a:xfrm>
            <a:off x="2699657" y="1348099"/>
            <a:ext cx="5724343" cy="100427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ID" b="1" dirty="0" err="1"/>
              <a:t>Menganalisis</a:t>
            </a:r>
            <a:r>
              <a:rPr lang="en-ID" b="1" dirty="0"/>
              <a:t> Data </a:t>
            </a:r>
            <a:r>
              <a:rPr lang="en-ID" b="1" dirty="0" err="1"/>
              <a:t>Penjualan</a:t>
            </a:r>
            <a:r>
              <a:rPr lang="en-ID" b="1" dirty="0"/>
              <a:t> PT Sejahtera Bersama</a:t>
            </a:r>
            <a:endParaRPr lang="sv-SE" sz="2500" b="1" dirty="0"/>
          </a:p>
        </p:txBody>
      </p:sp>
      <p:sp>
        <p:nvSpPr>
          <p:cNvPr id="20" name="Rectangle 1">
            <a:extLst>
              <a:ext uri="{FF2B5EF4-FFF2-40B4-BE49-F238E27FC236}">
                <a16:creationId xmlns:a16="http://schemas.microsoft.com/office/drawing/2014/main" id="{B153EF5A-6A44-451E-29C0-D0ADD43D909C}"/>
              </a:ext>
            </a:extLst>
          </p:cNvPr>
          <p:cNvSpPr>
            <a:spLocks noGrp="1" noChangeArrowheads="1"/>
          </p:cNvSpPr>
          <p:nvPr>
            <p:ph type="subTitle" idx="1"/>
          </p:nvPr>
        </p:nvSpPr>
        <p:spPr bwMode="auto">
          <a:xfrm>
            <a:off x="4280302" y="2299723"/>
            <a:ext cx="414369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171450" algn="l">
              <a:buFont typeface="Arial" panose="020B0604020202020204" pitchFamily="34" charset="0"/>
              <a:buChar char="•"/>
            </a:pPr>
            <a:r>
              <a:rPr lang="id-ID" sz="1200" dirty="0"/>
              <a:t>Mengintegrasikan empat dataset (customers, orders, products, product_category) ke BigQuery</a:t>
            </a:r>
            <a:r>
              <a:rPr lang="en-ID" sz="1200" dirty="0"/>
              <a:t> </a:t>
            </a:r>
            <a:r>
              <a:rPr lang="id-ID" sz="1200" dirty="0"/>
              <a:t>sebagai sumber analisis.</a:t>
            </a:r>
            <a:endParaRPr lang="en-ID" sz="1200" dirty="0"/>
          </a:p>
          <a:p>
            <a:pPr marL="285750" indent="-171450" algn="l">
              <a:buFont typeface="Arial" panose="020B0604020202020204" pitchFamily="34" charset="0"/>
              <a:buChar char="•"/>
            </a:pPr>
            <a:r>
              <a:rPr lang="id-ID" sz="1200" dirty="0"/>
              <a:t>Menganalisis struktur data, menentukan primary key, dan memetakan relasi antar tabel.</a:t>
            </a:r>
            <a:endParaRPr lang="en-ID" sz="1200" dirty="0"/>
          </a:p>
          <a:p>
            <a:pPr marL="285750" indent="-171450" algn="l">
              <a:buFont typeface="Arial" panose="020B0604020202020204" pitchFamily="34" charset="0"/>
              <a:buChar char="•"/>
            </a:pPr>
            <a:r>
              <a:rPr lang="id-ID" sz="1200" dirty="0"/>
              <a:t>Menyusun master table menggunakan SQL melalui proses join dan perhitungan metrik penting.</a:t>
            </a:r>
            <a:endParaRPr lang="en-ID" sz="1200" dirty="0"/>
          </a:p>
          <a:p>
            <a:pPr marL="285750" indent="-171450" algn="l">
              <a:buFont typeface="Arial" panose="020B0604020202020204" pitchFamily="34" charset="0"/>
              <a:buChar char="•"/>
            </a:pPr>
            <a:r>
              <a:rPr lang="id-ID" sz="1200" dirty="0"/>
              <a:t>Mengekspor dan mempersiapkan data dalam format CSV untuk kebutuhan visualisasi.</a:t>
            </a:r>
            <a:endParaRPr lang="en-ID" sz="1200" dirty="0"/>
          </a:p>
          <a:p>
            <a:pPr marL="285750" indent="-171450" algn="l">
              <a:buFont typeface="Arial" panose="020B0604020202020204" pitchFamily="34" charset="0"/>
              <a:buChar char="•"/>
            </a:pPr>
            <a:r>
              <a:rPr lang="id-ID" sz="1200" dirty="0"/>
              <a:t>Membangun dashboard performa penjualan di Looker Studio dengan berbagai visualisasi inti.</a:t>
            </a:r>
            <a:endParaRPr lang="en-ID" sz="1200" dirty="0"/>
          </a:p>
          <a:p>
            <a:pPr marL="285750" indent="-171450" algn="l">
              <a:buFont typeface="Arial" panose="020B0604020202020204" pitchFamily="34" charset="0"/>
              <a:buChar char="•"/>
            </a:pPr>
            <a:r>
              <a:rPr lang="en-ID" sz="1200" dirty="0" err="1"/>
              <a:t>Menghasilkan</a:t>
            </a:r>
            <a:r>
              <a:rPr lang="en-ID" sz="1200" dirty="0"/>
              <a:t> insight </a:t>
            </a:r>
            <a:r>
              <a:rPr lang="en-ID" sz="1200" dirty="0" err="1"/>
              <a:t>terkait</a:t>
            </a:r>
            <a:r>
              <a:rPr lang="en-ID" sz="1200" dirty="0"/>
              <a:t> </a:t>
            </a:r>
            <a:r>
              <a:rPr lang="en-ID" sz="1200" dirty="0" err="1"/>
              <a:t>kategori</a:t>
            </a:r>
            <a:r>
              <a:rPr lang="en-ID" sz="1200" dirty="0"/>
              <a:t> </a:t>
            </a:r>
            <a:r>
              <a:rPr lang="en-ID" sz="1200" dirty="0" err="1"/>
              <a:t>produk</a:t>
            </a:r>
            <a:r>
              <a:rPr lang="en-ID" sz="1200" dirty="0"/>
              <a:t> </a:t>
            </a:r>
            <a:r>
              <a:rPr lang="en-ID" sz="1200" dirty="0" err="1"/>
              <a:t>terlaris</a:t>
            </a:r>
            <a:r>
              <a:rPr lang="en-ID" sz="1200" dirty="0"/>
              <a:t>, </a:t>
            </a:r>
            <a:r>
              <a:rPr lang="en-ID" sz="1200" dirty="0" err="1"/>
              <a:t>kontribusi</a:t>
            </a:r>
            <a:r>
              <a:rPr lang="en-ID" sz="1200" dirty="0"/>
              <a:t> </a:t>
            </a:r>
            <a:r>
              <a:rPr lang="en-ID" sz="1200" dirty="0" err="1"/>
              <a:t>penjualan</a:t>
            </a:r>
            <a:r>
              <a:rPr lang="en-ID" sz="1200" dirty="0"/>
              <a:t> per </a:t>
            </a:r>
            <a:r>
              <a:rPr lang="en-ID" sz="1200" dirty="0" err="1"/>
              <a:t>kota</a:t>
            </a:r>
            <a:r>
              <a:rPr lang="en-ID" sz="1200" dirty="0"/>
              <a:t>, </a:t>
            </a:r>
            <a:r>
              <a:rPr lang="en-ID" sz="1200" dirty="0" err="1"/>
              <a:t>serta</a:t>
            </a:r>
            <a:r>
              <a:rPr lang="en-ID" sz="1200" dirty="0"/>
              <a:t> </a:t>
            </a:r>
            <a:r>
              <a:rPr lang="en-ID" sz="1200" dirty="0" err="1"/>
              <a:t>pola</a:t>
            </a:r>
            <a:r>
              <a:rPr lang="en-ID" sz="1200" dirty="0"/>
              <a:t> </a:t>
            </a:r>
            <a:r>
              <a:rPr lang="en-ID" sz="1200" dirty="0" err="1"/>
              <a:t>pembelian</a:t>
            </a:r>
            <a:r>
              <a:rPr lang="en-ID" sz="1200" dirty="0"/>
              <a:t> </a:t>
            </a:r>
            <a:r>
              <a:rPr lang="en-ID" sz="1200" dirty="0" err="1"/>
              <a:t>pelanggan</a:t>
            </a:r>
            <a:r>
              <a:rPr lang="en-ID" sz="1200" dirty="0"/>
              <a:t>.</a:t>
            </a:r>
          </a:p>
        </p:txBody>
      </p:sp>
      <p:pic>
        <p:nvPicPr>
          <p:cNvPr id="3" name="Picture 2">
            <a:extLst>
              <a:ext uri="{FF2B5EF4-FFF2-40B4-BE49-F238E27FC236}">
                <a16:creationId xmlns:a16="http://schemas.microsoft.com/office/drawing/2014/main" id="{DE2884E7-ADC2-C234-B487-67DEB76EDE64}"/>
              </a:ext>
            </a:extLst>
          </p:cNvPr>
          <p:cNvPicPr>
            <a:picLocks noChangeAspect="1"/>
          </p:cNvPicPr>
          <p:nvPr/>
        </p:nvPicPr>
        <p:blipFill>
          <a:blip r:embed="rId3"/>
          <a:stretch>
            <a:fillRect/>
          </a:stretch>
        </p:blipFill>
        <p:spPr>
          <a:xfrm>
            <a:off x="109904" y="1846050"/>
            <a:ext cx="4264539" cy="3047424"/>
          </a:xfrm>
          <a:prstGeom prst="rect">
            <a:avLst/>
          </a:prstGeom>
        </p:spPr>
      </p:pic>
      <p:sp>
        <p:nvSpPr>
          <p:cNvPr id="4" name="Google Shape;210;p34">
            <a:extLst>
              <a:ext uri="{FF2B5EF4-FFF2-40B4-BE49-F238E27FC236}">
                <a16:creationId xmlns:a16="http://schemas.microsoft.com/office/drawing/2014/main" id="{C2A34E6A-EBF7-1D94-2224-ECE1EC49D763}"/>
              </a:ext>
            </a:extLst>
          </p:cNvPr>
          <p:cNvSpPr txBox="1">
            <a:spLocks/>
          </p:cNvSpPr>
          <p:nvPr/>
        </p:nvSpPr>
        <p:spPr>
          <a:xfrm>
            <a:off x="369208" y="116843"/>
            <a:ext cx="3025946" cy="39750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i="1" dirty="0">
                <a:solidFill>
                  <a:srgbClr val="0070C0"/>
                </a:solidFill>
                <a:hlinkClick r:id="rId4"/>
              </a:rPr>
              <a:t>Link </a:t>
            </a:r>
            <a:r>
              <a:rPr lang="en-US" i="1" dirty="0" err="1">
                <a:solidFill>
                  <a:srgbClr val="0070C0"/>
                </a:solidFill>
                <a:hlinkClick r:id="rId4"/>
              </a:rPr>
              <a:t>Portofolio</a:t>
            </a:r>
            <a:endParaRPr lang="en-ID" i="1" dirty="0">
              <a:solidFill>
                <a:srgbClr val="0070C0"/>
              </a:solidFill>
            </a:endParaRPr>
          </a:p>
        </p:txBody>
      </p:sp>
    </p:spTree>
    <p:extLst>
      <p:ext uri="{BB962C8B-B14F-4D97-AF65-F5344CB8AC3E}">
        <p14:creationId xmlns:p14="http://schemas.microsoft.com/office/powerpoint/2010/main" val="13208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1">
          <a:extLst>
            <a:ext uri="{FF2B5EF4-FFF2-40B4-BE49-F238E27FC236}">
              <a16:creationId xmlns:a16="http://schemas.microsoft.com/office/drawing/2014/main" id="{4993E786-BCC8-0C3B-1532-72E45CDBCD7C}"/>
            </a:ext>
          </a:extLst>
        </p:cNvPr>
        <p:cNvGrpSpPr/>
        <p:nvPr/>
      </p:nvGrpSpPr>
      <p:grpSpPr>
        <a:xfrm>
          <a:off x="0" y="0"/>
          <a:ext cx="0" cy="0"/>
          <a:chOff x="0" y="0"/>
          <a:chExt cx="0" cy="0"/>
        </a:xfrm>
      </p:grpSpPr>
      <p:cxnSp>
        <p:nvCxnSpPr>
          <p:cNvPr id="752" name="Google Shape;752;p44">
            <a:extLst>
              <a:ext uri="{FF2B5EF4-FFF2-40B4-BE49-F238E27FC236}">
                <a16:creationId xmlns:a16="http://schemas.microsoft.com/office/drawing/2014/main" id="{33B0AA43-233B-7627-F288-AD97CA9B5F88}"/>
              </a:ext>
            </a:extLst>
          </p:cNvPr>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753" name="Google Shape;753;p44">
            <a:extLst>
              <a:ext uri="{FF2B5EF4-FFF2-40B4-BE49-F238E27FC236}">
                <a16:creationId xmlns:a16="http://schemas.microsoft.com/office/drawing/2014/main" id="{762AD72C-872A-AF07-48CA-668B64F7984F}"/>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55" name="Google Shape;755;p44">
            <a:extLst>
              <a:ext uri="{FF2B5EF4-FFF2-40B4-BE49-F238E27FC236}">
                <a16:creationId xmlns:a16="http://schemas.microsoft.com/office/drawing/2014/main" id="{06EE88C3-F1B2-FF6F-9A17-236C65AF299F}"/>
              </a:ext>
            </a:extLst>
          </p:cNvPr>
          <p:cNvSpPr txBox="1">
            <a:spLocks noGrp="1"/>
          </p:cNvSpPr>
          <p:nvPr>
            <p:ph type="title"/>
          </p:nvPr>
        </p:nvSpPr>
        <p:spPr>
          <a:xfrm>
            <a:off x="587154" y="499276"/>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05</a:t>
            </a:r>
            <a:endParaRPr dirty="0"/>
          </a:p>
        </p:txBody>
      </p:sp>
      <p:sp>
        <p:nvSpPr>
          <p:cNvPr id="756" name="Google Shape;756;p44">
            <a:extLst>
              <a:ext uri="{FF2B5EF4-FFF2-40B4-BE49-F238E27FC236}">
                <a16:creationId xmlns:a16="http://schemas.microsoft.com/office/drawing/2014/main" id="{CCF9BA94-D44C-AE73-7814-223F782E8EF3}"/>
              </a:ext>
            </a:extLst>
          </p:cNvPr>
          <p:cNvSpPr txBox="1">
            <a:spLocks noGrp="1"/>
          </p:cNvSpPr>
          <p:nvPr>
            <p:ph type="subTitle" idx="1"/>
          </p:nvPr>
        </p:nvSpPr>
        <p:spPr>
          <a:xfrm>
            <a:off x="720000" y="2725112"/>
            <a:ext cx="5031093" cy="20484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ID" dirty="0" err="1"/>
              <a:t>Membersihkan</a:t>
            </a:r>
            <a:r>
              <a:rPr lang="en-ID" dirty="0"/>
              <a:t> dan </a:t>
            </a:r>
            <a:r>
              <a:rPr lang="en-ID" dirty="0" err="1"/>
              <a:t>mengolah</a:t>
            </a:r>
            <a:r>
              <a:rPr lang="en-ID" dirty="0"/>
              <a:t> dataset </a:t>
            </a:r>
            <a:r>
              <a:rPr lang="en-ID" dirty="0" err="1"/>
              <a:t>penjualan</a:t>
            </a:r>
            <a:r>
              <a:rPr lang="en-ID" dirty="0"/>
              <a:t> </a:t>
            </a:r>
            <a:r>
              <a:rPr lang="en-ID" dirty="0" err="1"/>
              <a:t>produk</a:t>
            </a:r>
            <a:r>
              <a:rPr lang="en-ID" dirty="0"/>
              <a:t> </a:t>
            </a:r>
            <a:r>
              <a:rPr lang="en-ID" dirty="0" err="1"/>
              <a:t>elektronik</a:t>
            </a:r>
            <a:r>
              <a:rPr lang="en-ID" dirty="0"/>
              <a:t>.</a:t>
            </a:r>
          </a:p>
          <a:p>
            <a:pPr>
              <a:buFont typeface="Arial" panose="020B0604020202020204" pitchFamily="34" charset="0"/>
              <a:buChar char="•"/>
            </a:pPr>
            <a:r>
              <a:rPr lang="en-ID" dirty="0" err="1"/>
              <a:t>Menganalisis</a:t>
            </a:r>
            <a:r>
              <a:rPr lang="en-ID" dirty="0"/>
              <a:t> </a:t>
            </a:r>
            <a:r>
              <a:rPr lang="en-ID" dirty="0" err="1"/>
              <a:t>tren</a:t>
            </a:r>
            <a:r>
              <a:rPr lang="en-ID" dirty="0"/>
              <a:t> </a:t>
            </a:r>
            <a:r>
              <a:rPr lang="en-ID" dirty="0" err="1"/>
              <a:t>penjualan</a:t>
            </a:r>
            <a:r>
              <a:rPr lang="en-ID" dirty="0"/>
              <a:t> dan </a:t>
            </a:r>
            <a:r>
              <a:rPr lang="en-ID" dirty="0" err="1"/>
              <a:t>pola</a:t>
            </a:r>
            <a:r>
              <a:rPr lang="en-ID" dirty="0"/>
              <a:t> </a:t>
            </a:r>
            <a:r>
              <a:rPr lang="en-ID" dirty="0" err="1"/>
              <a:t>pembelian</a:t>
            </a:r>
            <a:r>
              <a:rPr lang="en-ID" dirty="0"/>
              <a:t> </a:t>
            </a:r>
            <a:r>
              <a:rPr lang="en-ID" dirty="0" err="1"/>
              <a:t>pelanggan</a:t>
            </a:r>
            <a:r>
              <a:rPr lang="en-ID" dirty="0"/>
              <a:t>.</a:t>
            </a:r>
          </a:p>
          <a:p>
            <a:pPr>
              <a:buFont typeface="Arial" panose="020B0604020202020204" pitchFamily="34" charset="0"/>
              <a:buChar char="•"/>
            </a:pPr>
            <a:r>
              <a:rPr lang="en-ID" dirty="0" err="1"/>
              <a:t>Membuat</a:t>
            </a:r>
            <a:r>
              <a:rPr lang="en-ID" dirty="0"/>
              <a:t> dashboard </a:t>
            </a:r>
            <a:r>
              <a:rPr lang="en-ID" dirty="0" err="1"/>
              <a:t>interaktif</a:t>
            </a:r>
            <a:r>
              <a:rPr lang="en-ID" dirty="0"/>
              <a:t> </a:t>
            </a:r>
            <a:r>
              <a:rPr lang="en-ID" dirty="0" err="1"/>
              <a:t>dengan</a:t>
            </a:r>
            <a:r>
              <a:rPr lang="en-ID" dirty="0"/>
              <a:t> Tableau </a:t>
            </a:r>
            <a:r>
              <a:rPr lang="en-ID" dirty="0" err="1"/>
              <a:t>untuk</a:t>
            </a:r>
            <a:r>
              <a:rPr lang="en-ID" dirty="0"/>
              <a:t> </a:t>
            </a:r>
            <a:r>
              <a:rPr lang="en-ID" dirty="0" err="1"/>
              <a:t>memvisualisasikan</a:t>
            </a:r>
            <a:r>
              <a:rPr lang="en-ID" dirty="0"/>
              <a:t> </a:t>
            </a:r>
            <a:r>
              <a:rPr lang="en-ID" dirty="0" err="1"/>
              <a:t>tren</a:t>
            </a:r>
            <a:r>
              <a:rPr lang="en-ID" dirty="0"/>
              <a:t> </a:t>
            </a:r>
            <a:r>
              <a:rPr lang="en-ID" dirty="0" err="1"/>
              <a:t>penjualan</a:t>
            </a:r>
            <a:r>
              <a:rPr lang="en-ID" dirty="0"/>
              <a:t>.</a:t>
            </a:r>
          </a:p>
        </p:txBody>
      </p:sp>
      <p:sp>
        <p:nvSpPr>
          <p:cNvPr id="771" name="Google Shape;771;p44">
            <a:extLst>
              <a:ext uri="{FF2B5EF4-FFF2-40B4-BE49-F238E27FC236}">
                <a16:creationId xmlns:a16="http://schemas.microsoft.com/office/drawing/2014/main" id="{5B194A76-4568-2CFE-67CB-B8BBC76C5C23}"/>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F15C3E36-159F-1616-7350-610A1E025113}"/>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55;p44">
            <a:extLst>
              <a:ext uri="{FF2B5EF4-FFF2-40B4-BE49-F238E27FC236}">
                <a16:creationId xmlns:a16="http://schemas.microsoft.com/office/drawing/2014/main" id="{36779462-B27E-9413-6B55-554DC0817661}"/>
              </a:ext>
            </a:extLst>
          </p:cNvPr>
          <p:cNvSpPr txBox="1">
            <a:spLocks/>
          </p:cNvSpPr>
          <p:nvPr/>
        </p:nvSpPr>
        <p:spPr>
          <a:xfrm>
            <a:off x="720000" y="1962637"/>
            <a:ext cx="4654045" cy="60910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ID" sz="2500" b="1" dirty="0"/>
              <a:t>Dashboard </a:t>
            </a:r>
            <a:r>
              <a:rPr lang="en-ID" sz="2500" b="1" dirty="0" err="1"/>
              <a:t>Analisis</a:t>
            </a:r>
            <a:r>
              <a:rPr lang="en-ID" sz="2500" b="1" dirty="0"/>
              <a:t> </a:t>
            </a:r>
            <a:r>
              <a:rPr lang="en-ID" sz="2500" b="1" dirty="0" err="1"/>
              <a:t>Penjualan</a:t>
            </a:r>
            <a:r>
              <a:rPr lang="en-ID" sz="2500" b="1" dirty="0"/>
              <a:t> </a:t>
            </a:r>
            <a:r>
              <a:rPr lang="en-ID" sz="2500" b="1" dirty="0" err="1"/>
              <a:t>Produk</a:t>
            </a:r>
            <a:r>
              <a:rPr lang="en-ID" sz="2500" b="1" dirty="0"/>
              <a:t> Elektronik (Bootcamp </a:t>
            </a:r>
            <a:r>
              <a:rPr lang="en-ID" sz="2500" b="1" dirty="0" err="1"/>
              <a:t>MySkill</a:t>
            </a:r>
            <a:r>
              <a:rPr lang="en-ID" sz="2500" b="1" dirty="0"/>
              <a:t>) - 2024</a:t>
            </a:r>
          </a:p>
        </p:txBody>
      </p:sp>
      <p:pic>
        <p:nvPicPr>
          <p:cNvPr id="3" name="Picture 2">
            <a:extLst>
              <a:ext uri="{FF2B5EF4-FFF2-40B4-BE49-F238E27FC236}">
                <a16:creationId xmlns:a16="http://schemas.microsoft.com/office/drawing/2014/main" id="{25A83C15-4223-55BE-965F-6D6C65B871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74045" y="2307771"/>
            <a:ext cx="3832789" cy="2155944"/>
          </a:xfrm>
          <a:prstGeom prst="rect">
            <a:avLst/>
          </a:prstGeom>
        </p:spPr>
      </p:pic>
    </p:spTree>
    <p:extLst>
      <p:ext uri="{BB962C8B-B14F-4D97-AF65-F5344CB8AC3E}">
        <p14:creationId xmlns:p14="http://schemas.microsoft.com/office/powerpoint/2010/main" val="820137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0">
          <a:extLst>
            <a:ext uri="{FF2B5EF4-FFF2-40B4-BE49-F238E27FC236}">
              <a16:creationId xmlns:a16="http://schemas.microsoft.com/office/drawing/2014/main" id="{A98A1892-2CD9-68BF-3C76-0A4F64439169}"/>
            </a:ext>
          </a:extLst>
        </p:cNvPr>
        <p:cNvGrpSpPr/>
        <p:nvPr/>
      </p:nvGrpSpPr>
      <p:grpSpPr>
        <a:xfrm>
          <a:off x="0" y="0"/>
          <a:ext cx="0" cy="0"/>
          <a:chOff x="0" y="0"/>
          <a:chExt cx="0" cy="0"/>
        </a:xfrm>
      </p:grpSpPr>
      <p:cxnSp>
        <p:nvCxnSpPr>
          <p:cNvPr id="781" name="Google Shape;781;p45">
            <a:extLst>
              <a:ext uri="{FF2B5EF4-FFF2-40B4-BE49-F238E27FC236}">
                <a16:creationId xmlns:a16="http://schemas.microsoft.com/office/drawing/2014/main" id="{1DC9E43C-DF24-681F-33DF-1DB06004602F}"/>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82" name="Google Shape;782;p45">
            <a:extLst>
              <a:ext uri="{FF2B5EF4-FFF2-40B4-BE49-F238E27FC236}">
                <a16:creationId xmlns:a16="http://schemas.microsoft.com/office/drawing/2014/main" id="{D7C9504E-2509-614B-BE84-3C4FC8AEF3EC}"/>
              </a:ext>
            </a:extLst>
          </p:cNvPr>
          <p:cNvSpPr txBox="1">
            <a:spLocks noGrp="1"/>
          </p:cNvSpPr>
          <p:nvPr>
            <p:ph type="title"/>
          </p:nvPr>
        </p:nvSpPr>
        <p:spPr>
          <a:xfrm>
            <a:off x="4485129" y="514350"/>
            <a:ext cx="2940300" cy="755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PROJECT 06</a:t>
            </a:r>
            <a:endParaRPr dirty="0"/>
          </a:p>
        </p:txBody>
      </p:sp>
      <p:sp>
        <p:nvSpPr>
          <p:cNvPr id="829" name="Google Shape;829;p45">
            <a:extLst>
              <a:ext uri="{FF2B5EF4-FFF2-40B4-BE49-F238E27FC236}">
                <a16:creationId xmlns:a16="http://schemas.microsoft.com/office/drawing/2014/main" id="{A58FD5AB-401D-AEB9-F980-B89922D1BE0B}"/>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5">
            <a:extLst>
              <a:ext uri="{FF2B5EF4-FFF2-40B4-BE49-F238E27FC236}">
                <a16:creationId xmlns:a16="http://schemas.microsoft.com/office/drawing/2014/main" id="{7A644B90-03D9-7C55-A53E-BD464948F860}"/>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3" name="Google Shape;833;p45">
            <a:extLst>
              <a:ext uri="{FF2B5EF4-FFF2-40B4-BE49-F238E27FC236}">
                <a16:creationId xmlns:a16="http://schemas.microsoft.com/office/drawing/2014/main" id="{CD823CF2-D99F-D652-F582-70F393B13759}"/>
              </a:ext>
            </a:extLst>
          </p:cNvPr>
          <p:cNvCxnSpPr/>
          <p:nvPr/>
        </p:nvCxnSpPr>
        <p:spPr>
          <a:xfrm>
            <a:off x="8551050" y="2264575"/>
            <a:ext cx="0" cy="2628900"/>
          </a:xfrm>
          <a:prstGeom prst="straightConnector1">
            <a:avLst/>
          </a:prstGeom>
          <a:noFill/>
          <a:ln w="19050" cap="flat" cmpd="sng">
            <a:solidFill>
              <a:schemeClr val="dk2"/>
            </a:solidFill>
            <a:prstDash val="solid"/>
            <a:round/>
            <a:headEnd type="none" w="med" len="med"/>
            <a:tailEnd type="none" w="med" len="med"/>
          </a:ln>
        </p:spPr>
      </p:cxnSp>
      <p:sp>
        <p:nvSpPr>
          <p:cNvPr id="2" name="Google Shape;782;p45">
            <a:extLst>
              <a:ext uri="{FF2B5EF4-FFF2-40B4-BE49-F238E27FC236}">
                <a16:creationId xmlns:a16="http://schemas.microsoft.com/office/drawing/2014/main" id="{2D0EA113-2741-BE67-B796-468E267B5FA3}"/>
              </a:ext>
            </a:extLst>
          </p:cNvPr>
          <p:cNvSpPr txBox="1">
            <a:spLocks/>
          </p:cNvSpPr>
          <p:nvPr/>
        </p:nvSpPr>
        <p:spPr>
          <a:xfrm>
            <a:off x="2699657" y="1348099"/>
            <a:ext cx="5724343" cy="100427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dirty="0"/>
              <a:t>COVID-19 Dashboard Indonesia (Power BI)</a:t>
            </a:r>
            <a:endParaRPr lang="sv-SE" sz="2500" b="1" dirty="0"/>
          </a:p>
        </p:txBody>
      </p:sp>
      <p:sp>
        <p:nvSpPr>
          <p:cNvPr id="20" name="Rectangle 1">
            <a:extLst>
              <a:ext uri="{FF2B5EF4-FFF2-40B4-BE49-F238E27FC236}">
                <a16:creationId xmlns:a16="http://schemas.microsoft.com/office/drawing/2014/main" id="{2924DF49-2127-B39C-84AE-FA1043447C21}"/>
              </a:ext>
            </a:extLst>
          </p:cNvPr>
          <p:cNvSpPr>
            <a:spLocks noGrp="1" noChangeArrowheads="1"/>
          </p:cNvSpPr>
          <p:nvPr>
            <p:ph type="subTitle" idx="1"/>
          </p:nvPr>
        </p:nvSpPr>
        <p:spPr bwMode="auto">
          <a:xfrm>
            <a:off x="4280302" y="2669055"/>
            <a:ext cx="414369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171450" algn="l">
              <a:buFont typeface="Arial" panose="020B0604020202020204" pitchFamily="34" charset="0"/>
              <a:buChar char="•"/>
            </a:pPr>
            <a:r>
              <a:rPr lang="en-ID" sz="1200" dirty="0" err="1"/>
              <a:t>Mengembangkan</a:t>
            </a:r>
            <a:r>
              <a:rPr lang="en-ID" sz="1200" dirty="0"/>
              <a:t> dashboard </a:t>
            </a:r>
            <a:r>
              <a:rPr lang="en-ID" sz="1200" dirty="0" err="1"/>
              <a:t>interaktif</a:t>
            </a:r>
            <a:r>
              <a:rPr lang="en-ID" sz="1200" dirty="0"/>
              <a:t> COVID-19 Indonesia </a:t>
            </a:r>
            <a:r>
              <a:rPr lang="en-ID" sz="1200" dirty="0" err="1"/>
              <a:t>menggunakan</a:t>
            </a:r>
            <a:r>
              <a:rPr lang="en-ID" sz="1200" dirty="0"/>
              <a:t> Microsoft Power BI</a:t>
            </a:r>
          </a:p>
          <a:p>
            <a:pPr marL="285750" indent="-171450" algn="l">
              <a:buFont typeface="Arial" panose="020B0604020202020204" pitchFamily="34" charset="0"/>
              <a:buChar char="•"/>
            </a:pPr>
            <a:r>
              <a:rPr lang="en-ID" sz="1200" dirty="0" err="1"/>
              <a:t>Menyajikan</a:t>
            </a:r>
            <a:r>
              <a:rPr lang="en-ID" sz="1200" dirty="0"/>
              <a:t> KPI </a:t>
            </a:r>
            <a:r>
              <a:rPr lang="en-ID" sz="1200" dirty="0" err="1"/>
              <a:t>utama</a:t>
            </a:r>
            <a:r>
              <a:rPr lang="en-ID" sz="1200" dirty="0"/>
              <a:t>: total </a:t>
            </a:r>
            <a:r>
              <a:rPr lang="en-ID" sz="1200" dirty="0" err="1"/>
              <a:t>kasus</a:t>
            </a:r>
            <a:r>
              <a:rPr lang="en-ID" sz="1200" dirty="0"/>
              <a:t>, total </a:t>
            </a:r>
            <a:r>
              <a:rPr lang="en-ID" sz="1200" dirty="0" err="1"/>
              <a:t>kematian</a:t>
            </a:r>
            <a:r>
              <a:rPr lang="en-ID" sz="1200" dirty="0"/>
              <a:t>, dan total </a:t>
            </a:r>
            <a:r>
              <a:rPr lang="en-ID" sz="1200" dirty="0" err="1"/>
              <a:t>sembuh</a:t>
            </a:r>
            <a:endParaRPr lang="en-ID" sz="1200" dirty="0"/>
          </a:p>
          <a:p>
            <a:pPr marL="285750" indent="-171450" algn="l">
              <a:buFont typeface="Arial" panose="020B0604020202020204" pitchFamily="34" charset="0"/>
              <a:buChar char="•"/>
            </a:pPr>
            <a:r>
              <a:rPr lang="en-ID" sz="1200" dirty="0" err="1"/>
              <a:t>Membuat</a:t>
            </a:r>
            <a:r>
              <a:rPr lang="en-ID" sz="1200" dirty="0"/>
              <a:t> </a:t>
            </a:r>
            <a:r>
              <a:rPr lang="en-ID" sz="1200" dirty="0" err="1"/>
              <a:t>peta</a:t>
            </a:r>
            <a:r>
              <a:rPr lang="en-ID" sz="1200" dirty="0"/>
              <a:t> </a:t>
            </a:r>
            <a:r>
              <a:rPr lang="en-ID" sz="1200" dirty="0" err="1"/>
              <a:t>persebaran</a:t>
            </a:r>
            <a:r>
              <a:rPr lang="en-ID" sz="1200" dirty="0"/>
              <a:t> COVID-19 per </a:t>
            </a:r>
            <a:r>
              <a:rPr lang="en-ID" sz="1200" dirty="0" err="1"/>
              <a:t>provinsi</a:t>
            </a:r>
            <a:r>
              <a:rPr lang="en-ID" sz="1200" dirty="0"/>
              <a:t> </a:t>
            </a:r>
            <a:r>
              <a:rPr lang="en-ID" sz="1200" dirty="0" err="1"/>
              <a:t>untuk</a:t>
            </a:r>
            <a:r>
              <a:rPr lang="en-ID" sz="1200" dirty="0"/>
              <a:t> </a:t>
            </a:r>
            <a:r>
              <a:rPr lang="en-ID" sz="1200" dirty="0" err="1"/>
              <a:t>analisis</a:t>
            </a:r>
            <a:r>
              <a:rPr lang="en-ID" sz="1200" dirty="0"/>
              <a:t> </a:t>
            </a:r>
            <a:r>
              <a:rPr lang="en-ID" sz="1200" dirty="0" err="1"/>
              <a:t>geografis</a:t>
            </a:r>
            <a:endParaRPr lang="en-ID" sz="1200" dirty="0"/>
          </a:p>
          <a:p>
            <a:pPr marL="285750" indent="-171450" algn="l">
              <a:buFont typeface="Arial" panose="020B0604020202020204" pitchFamily="34" charset="0"/>
              <a:buChar char="•"/>
            </a:pPr>
            <a:r>
              <a:rPr lang="fi-FI" sz="1200" dirty="0"/>
              <a:t>Menganalisis tren tahunan kasus, kematian, dan kesembuhan (2020–2024)</a:t>
            </a:r>
          </a:p>
          <a:p>
            <a:pPr marL="285750" indent="-171450" algn="l">
              <a:buFont typeface="Arial" panose="020B0604020202020204" pitchFamily="34" charset="0"/>
              <a:buChar char="•"/>
            </a:pPr>
            <a:r>
              <a:rPr lang="en-ID" sz="1200" dirty="0" err="1"/>
              <a:t>Menggunakan</a:t>
            </a:r>
            <a:r>
              <a:rPr lang="en-ID" sz="1200" dirty="0"/>
              <a:t> visual </a:t>
            </a:r>
            <a:r>
              <a:rPr lang="en-ID" sz="1200" dirty="0" err="1"/>
              <a:t>interaktif</a:t>
            </a:r>
            <a:r>
              <a:rPr lang="en-ID" sz="1200" dirty="0"/>
              <a:t> </a:t>
            </a:r>
            <a:r>
              <a:rPr lang="en-ID" sz="1200" dirty="0" err="1"/>
              <a:t>untuk</a:t>
            </a:r>
            <a:r>
              <a:rPr lang="en-ID" sz="1200" dirty="0"/>
              <a:t> </a:t>
            </a:r>
            <a:r>
              <a:rPr lang="en-ID" sz="1200" dirty="0" err="1"/>
              <a:t>memudahkan</a:t>
            </a:r>
            <a:r>
              <a:rPr lang="en-ID" sz="1200" dirty="0"/>
              <a:t> insight dan </a:t>
            </a:r>
            <a:r>
              <a:rPr lang="en-ID" sz="1200" dirty="0" err="1"/>
              <a:t>pengambilan</a:t>
            </a:r>
            <a:r>
              <a:rPr lang="en-ID" sz="1200" dirty="0"/>
              <a:t> </a:t>
            </a:r>
            <a:r>
              <a:rPr lang="en-ID" sz="1200" dirty="0" err="1"/>
              <a:t>keputusan</a:t>
            </a:r>
            <a:r>
              <a:rPr lang="en-ID" sz="1200" dirty="0"/>
              <a:t> </a:t>
            </a:r>
            <a:r>
              <a:rPr lang="en-ID" sz="1200" dirty="0" err="1"/>
              <a:t>berbasis</a:t>
            </a:r>
            <a:r>
              <a:rPr lang="en-ID" sz="1200" dirty="0"/>
              <a:t> data</a:t>
            </a:r>
          </a:p>
        </p:txBody>
      </p:sp>
      <p:pic>
        <p:nvPicPr>
          <p:cNvPr id="6" name="Picture 5">
            <a:extLst>
              <a:ext uri="{FF2B5EF4-FFF2-40B4-BE49-F238E27FC236}">
                <a16:creationId xmlns:a16="http://schemas.microsoft.com/office/drawing/2014/main" id="{6611E6E3-F0F4-0D97-8827-135E86DCD559}"/>
              </a:ext>
            </a:extLst>
          </p:cNvPr>
          <p:cNvPicPr>
            <a:picLocks noChangeAspect="1"/>
          </p:cNvPicPr>
          <p:nvPr/>
        </p:nvPicPr>
        <p:blipFill>
          <a:blip r:embed="rId3"/>
          <a:stretch>
            <a:fillRect/>
          </a:stretch>
        </p:blipFill>
        <p:spPr>
          <a:xfrm>
            <a:off x="191907" y="2429164"/>
            <a:ext cx="4088395" cy="2299722"/>
          </a:xfrm>
          <a:prstGeom prst="rect">
            <a:avLst/>
          </a:prstGeom>
        </p:spPr>
      </p:pic>
    </p:spTree>
    <p:extLst>
      <p:ext uri="{BB962C8B-B14F-4D97-AF65-F5344CB8AC3E}">
        <p14:creationId xmlns:p14="http://schemas.microsoft.com/office/powerpoint/2010/main" val="2335603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1">
          <a:extLst>
            <a:ext uri="{FF2B5EF4-FFF2-40B4-BE49-F238E27FC236}">
              <a16:creationId xmlns:a16="http://schemas.microsoft.com/office/drawing/2014/main" id="{DD312B30-D2F5-331D-BD8E-3A0453440C3E}"/>
            </a:ext>
          </a:extLst>
        </p:cNvPr>
        <p:cNvGrpSpPr/>
        <p:nvPr/>
      </p:nvGrpSpPr>
      <p:grpSpPr>
        <a:xfrm>
          <a:off x="0" y="0"/>
          <a:ext cx="0" cy="0"/>
          <a:chOff x="0" y="0"/>
          <a:chExt cx="0" cy="0"/>
        </a:xfrm>
      </p:grpSpPr>
      <p:cxnSp>
        <p:nvCxnSpPr>
          <p:cNvPr id="752" name="Google Shape;752;p44">
            <a:extLst>
              <a:ext uri="{FF2B5EF4-FFF2-40B4-BE49-F238E27FC236}">
                <a16:creationId xmlns:a16="http://schemas.microsoft.com/office/drawing/2014/main" id="{20CD3801-1C5C-E0CB-4402-B2AFC07D5662}"/>
              </a:ext>
            </a:extLst>
          </p:cNvPr>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753" name="Google Shape;753;p44">
            <a:extLst>
              <a:ext uri="{FF2B5EF4-FFF2-40B4-BE49-F238E27FC236}">
                <a16:creationId xmlns:a16="http://schemas.microsoft.com/office/drawing/2014/main" id="{856A62F8-7426-7DEF-930C-1D8B76E4D30B}"/>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755" name="Google Shape;755;p44">
            <a:extLst>
              <a:ext uri="{FF2B5EF4-FFF2-40B4-BE49-F238E27FC236}">
                <a16:creationId xmlns:a16="http://schemas.microsoft.com/office/drawing/2014/main" id="{8C4FC067-7D8B-22E9-CAA6-9368F35986BA}"/>
              </a:ext>
            </a:extLst>
          </p:cNvPr>
          <p:cNvSpPr txBox="1">
            <a:spLocks noGrp="1"/>
          </p:cNvSpPr>
          <p:nvPr>
            <p:ph type="title"/>
          </p:nvPr>
        </p:nvSpPr>
        <p:spPr>
          <a:xfrm>
            <a:off x="587154" y="499276"/>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07</a:t>
            </a:r>
            <a:endParaRPr dirty="0"/>
          </a:p>
        </p:txBody>
      </p:sp>
      <p:sp>
        <p:nvSpPr>
          <p:cNvPr id="771" name="Google Shape;771;p44">
            <a:extLst>
              <a:ext uri="{FF2B5EF4-FFF2-40B4-BE49-F238E27FC236}">
                <a16:creationId xmlns:a16="http://schemas.microsoft.com/office/drawing/2014/main" id="{EB0CB24A-ED44-544B-CE79-1CAD122B6EC4}"/>
              </a:ext>
            </a:extLst>
          </p:cNvPr>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E79DECE7-70EB-665A-2224-688584F78E2C}"/>
              </a:ext>
            </a:extLst>
          </p:cNvPr>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55;p44">
            <a:extLst>
              <a:ext uri="{FF2B5EF4-FFF2-40B4-BE49-F238E27FC236}">
                <a16:creationId xmlns:a16="http://schemas.microsoft.com/office/drawing/2014/main" id="{AEB793A6-AE4B-D3D5-566B-18E6444D9A8B}"/>
              </a:ext>
            </a:extLst>
          </p:cNvPr>
          <p:cNvSpPr txBox="1">
            <a:spLocks/>
          </p:cNvSpPr>
          <p:nvPr/>
        </p:nvSpPr>
        <p:spPr>
          <a:xfrm>
            <a:off x="720000" y="1962637"/>
            <a:ext cx="4393421" cy="75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500" b="1" dirty="0"/>
              <a:t>Program </a:t>
            </a:r>
            <a:r>
              <a:rPr lang="en-US" sz="2500" b="1" dirty="0" err="1"/>
              <a:t>Sederhana</a:t>
            </a:r>
            <a:r>
              <a:rPr lang="en-US" sz="2500" b="1" dirty="0"/>
              <a:t> </a:t>
            </a:r>
            <a:r>
              <a:rPr lang="en-US" sz="2500" b="1" dirty="0" err="1"/>
              <a:t>Sistem</a:t>
            </a:r>
            <a:r>
              <a:rPr lang="en-US" sz="2500" b="1" dirty="0"/>
              <a:t> </a:t>
            </a:r>
            <a:r>
              <a:rPr lang="en-US" sz="2500" b="1" dirty="0" err="1"/>
              <a:t>Pencatatan</a:t>
            </a:r>
            <a:r>
              <a:rPr lang="en-US" sz="2500" b="1" dirty="0"/>
              <a:t> Stok Barang</a:t>
            </a:r>
            <a:endParaRPr lang="en-ID" sz="2500" b="1" dirty="0"/>
          </a:p>
        </p:txBody>
      </p:sp>
      <p:pic>
        <p:nvPicPr>
          <p:cNvPr id="7" name="Picture 6">
            <a:extLst>
              <a:ext uri="{FF2B5EF4-FFF2-40B4-BE49-F238E27FC236}">
                <a16:creationId xmlns:a16="http://schemas.microsoft.com/office/drawing/2014/main" id="{9C189CB3-6829-F4F5-60D9-4F71E4644B98}"/>
              </a:ext>
            </a:extLst>
          </p:cNvPr>
          <p:cNvPicPr>
            <a:picLocks noChangeAspect="1"/>
          </p:cNvPicPr>
          <p:nvPr/>
        </p:nvPicPr>
        <p:blipFill>
          <a:blip r:embed="rId3"/>
          <a:srcRect t="62" b="83"/>
          <a:stretch>
            <a:fillRect/>
          </a:stretch>
        </p:blipFill>
        <p:spPr>
          <a:xfrm>
            <a:off x="4714806" y="548212"/>
            <a:ext cx="3280744" cy="1407650"/>
          </a:xfrm>
          <a:prstGeom prst="rect">
            <a:avLst/>
          </a:prstGeom>
        </p:spPr>
      </p:pic>
      <p:pic>
        <p:nvPicPr>
          <p:cNvPr id="9" name="Picture 8">
            <a:extLst>
              <a:ext uri="{FF2B5EF4-FFF2-40B4-BE49-F238E27FC236}">
                <a16:creationId xmlns:a16="http://schemas.microsoft.com/office/drawing/2014/main" id="{52AD10B3-4264-9A5F-641D-07FA0E09ACB5}"/>
              </a:ext>
            </a:extLst>
          </p:cNvPr>
          <p:cNvPicPr>
            <a:picLocks noChangeAspect="1"/>
          </p:cNvPicPr>
          <p:nvPr/>
        </p:nvPicPr>
        <p:blipFill>
          <a:blip r:embed="rId4"/>
          <a:srcRect l="44" r="34" b="17"/>
          <a:stretch>
            <a:fillRect/>
          </a:stretch>
        </p:blipFill>
        <p:spPr>
          <a:xfrm>
            <a:off x="7053146" y="1519177"/>
            <a:ext cx="2346157" cy="1576137"/>
          </a:xfrm>
          <a:prstGeom prst="rect">
            <a:avLst/>
          </a:prstGeom>
        </p:spPr>
      </p:pic>
      <p:pic>
        <p:nvPicPr>
          <p:cNvPr id="11" name="Picture 10">
            <a:extLst>
              <a:ext uri="{FF2B5EF4-FFF2-40B4-BE49-F238E27FC236}">
                <a16:creationId xmlns:a16="http://schemas.microsoft.com/office/drawing/2014/main" id="{FADC9C79-09B2-9452-5CB8-2759293DBB25}"/>
              </a:ext>
            </a:extLst>
          </p:cNvPr>
          <p:cNvPicPr>
            <a:picLocks noChangeAspect="1"/>
          </p:cNvPicPr>
          <p:nvPr/>
        </p:nvPicPr>
        <p:blipFill>
          <a:blip r:embed="rId5"/>
          <a:srcRect l="200" t="102" r="205" b="31"/>
          <a:stretch>
            <a:fillRect/>
          </a:stretch>
        </p:blipFill>
        <p:spPr>
          <a:xfrm>
            <a:off x="5946105" y="1434886"/>
            <a:ext cx="1272844" cy="2181404"/>
          </a:xfrm>
          <a:prstGeom prst="rect">
            <a:avLst/>
          </a:prstGeom>
        </p:spPr>
      </p:pic>
      <p:pic>
        <p:nvPicPr>
          <p:cNvPr id="13" name="Picture 12">
            <a:extLst>
              <a:ext uri="{FF2B5EF4-FFF2-40B4-BE49-F238E27FC236}">
                <a16:creationId xmlns:a16="http://schemas.microsoft.com/office/drawing/2014/main" id="{83B2C5D2-B9F2-FC02-9D0D-32D51FF535C5}"/>
              </a:ext>
            </a:extLst>
          </p:cNvPr>
          <p:cNvPicPr>
            <a:picLocks noChangeAspect="1"/>
          </p:cNvPicPr>
          <p:nvPr/>
        </p:nvPicPr>
        <p:blipFill>
          <a:blip r:embed="rId6"/>
          <a:srcRect b="68"/>
          <a:stretch>
            <a:fillRect/>
          </a:stretch>
        </p:blipFill>
        <p:spPr>
          <a:xfrm>
            <a:off x="4568651" y="3579776"/>
            <a:ext cx="3019200" cy="1576137"/>
          </a:xfrm>
          <a:prstGeom prst="rect">
            <a:avLst/>
          </a:prstGeom>
        </p:spPr>
      </p:pic>
      <p:pic>
        <p:nvPicPr>
          <p:cNvPr id="15" name="Picture 14">
            <a:extLst>
              <a:ext uri="{FF2B5EF4-FFF2-40B4-BE49-F238E27FC236}">
                <a16:creationId xmlns:a16="http://schemas.microsoft.com/office/drawing/2014/main" id="{B05BAE4F-9F86-9BA6-8F38-9B949535D6B5}"/>
              </a:ext>
            </a:extLst>
          </p:cNvPr>
          <p:cNvPicPr>
            <a:picLocks noChangeAspect="1"/>
          </p:cNvPicPr>
          <p:nvPr/>
        </p:nvPicPr>
        <p:blipFill>
          <a:blip r:embed="rId7"/>
          <a:srcRect l="221" t="283" r="181" b="139"/>
          <a:stretch>
            <a:fillRect/>
          </a:stretch>
        </p:blipFill>
        <p:spPr>
          <a:xfrm>
            <a:off x="7524133" y="2893599"/>
            <a:ext cx="1619867" cy="1407650"/>
          </a:xfrm>
          <a:prstGeom prst="rect">
            <a:avLst/>
          </a:prstGeom>
        </p:spPr>
      </p:pic>
      <p:sp>
        <p:nvSpPr>
          <p:cNvPr id="16" name="Rectangle 1">
            <a:extLst>
              <a:ext uri="{FF2B5EF4-FFF2-40B4-BE49-F238E27FC236}">
                <a16:creationId xmlns:a16="http://schemas.microsoft.com/office/drawing/2014/main" id="{329E8FA8-55EE-A14D-8FBD-1C959FB5CFEC}"/>
              </a:ext>
            </a:extLst>
          </p:cNvPr>
          <p:cNvSpPr>
            <a:spLocks noGrp="1" noChangeArrowheads="1"/>
          </p:cNvSpPr>
          <p:nvPr>
            <p:ph type="subTitle" idx="1"/>
          </p:nvPr>
        </p:nvSpPr>
        <p:spPr bwMode="auto">
          <a:xfrm>
            <a:off x="720726" y="2872513"/>
            <a:ext cx="368581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Quicksand" panose="020B0604020202020204" charset="0"/>
              </a:rPr>
              <a:t>Mengembangkan</a:t>
            </a:r>
            <a:r>
              <a:rPr kumimoji="0" lang="en-US" altLang="en-US" sz="1200" b="0" i="0" u="none" strike="noStrike" cap="none" normalizeH="0" baseline="0" dirty="0">
                <a:ln>
                  <a:noFill/>
                </a:ln>
                <a:solidFill>
                  <a:schemeClr val="tx1"/>
                </a:solidFill>
                <a:effectLst/>
                <a:latin typeface="Quicksand" panose="020B0604020202020204" charset="0"/>
              </a:rPr>
              <a:t> program Python </a:t>
            </a:r>
            <a:r>
              <a:rPr kumimoji="0" lang="en-US" altLang="en-US" sz="1200" b="0" i="0" u="none" strike="noStrike" cap="none" normalizeH="0" baseline="0" dirty="0" err="1">
                <a:ln>
                  <a:noFill/>
                </a:ln>
                <a:solidFill>
                  <a:schemeClr val="tx1"/>
                </a:solidFill>
                <a:effectLst/>
                <a:latin typeface="Quicksand" panose="020B0604020202020204" charset="0"/>
              </a:rPr>
              <a:t>terhubung</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dengan</a:t>
            </a:r>
            <a:r>
              <a:rPr kumimoji="0" lang="en-US" altLang="en-US" sz="1200" b="0" i="0" u="none" strike="noStrike" cap="none" normalizeH="0" baseline="0" dirty="0">
                <a:ln>
                  <a:noFill/>
                </a:ln>
                <a:solidFill>
                  <a:schemeClr val="tx1"/>
                </a:solidFill>
                <a:effectLst/>
                <a:latin typeface="Quicksand" panose="020B0604020202020204" charset="0"/>
              </a:rPr>
              <a:t> MySQL </a:t>
            </a:r>
            <a:r>
              <a:rPr kumimoji="0" lang="en-US" altLang="en-US" sz="1200" b="0" i="0" u="none" strike="noStrike" cap="none" normalizeH="0" baseline="0" dirty="0" err="1">
                <a:ln>
                  <a:noFill/>
                </a:ln>
                <a:solidFill>
                  <a:schemeClr val="tx1"/>
                </a:solidFill>
                <a:effectLst/>
                <a:latin typeface="Quicksand" panose="020B0604020202020204" charset="0"/>
              </a:rPr>
              <a:t>untuk</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mencatat</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stok</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barang</a:t>
            </a:r>
            <a:r>
              <a:rPr kumimoji="0" lang="en-US" altLang="en-US" sz="1200" b="0" i="0" u="none" strike="noStrike" cap="none" normalizeH="0" baseline="0" dirty="0">
                <a:ln>
                  <a:noFill/>
                </a:ln>
                <a:solidFill>
                  <a:schemeClr val="tx1"/>
                </a:solidFill>
                <a:effectLst/>
                <a:latin typeface="Quicksand" panose="020B0604020202020204" charset="0"/>
              </a:rPr>
              <a:t> dan </a:t>
            </a:r>
            <a:r>
              <a:rPr kumimoji="0" lang="en-US" altLang="en-US" sz="1200" b="0" i="0" u="none" strike="noStrike" cap="none" normalizeH="0" baseline="0" dirty="0" err="1">
                <a:ln>
                  <a:noFill/>
                </a:ln>
                <a:solidFill>
                  <a:schemeClr val="tx1"/>
                </a:solidFill>
                <a:effectLst/>
                <a:latin typeface="Quicksand" panose="020B0604020202020204" charset="0"/>
              </a:rPr>
              <a:t>transaksi</a:t>
            </a:r>
            <a:r>
              <a:rPr kumimoji="0" lang="en-US" altLang="en-US" sz="1200" b="0" i="0" u="none" strike="noStrike" cap="none" normalizeH="0" baseline="0" dirty="0">
                <a:ln>
                  <a:noFill/>
                </a:ln>
                <a:solidFill>
                  <a:schemeClr val="tx1"/>
                </a:solidFill>
                <a:effectLst/>
                <a:latin typeface="Quicksand" panose="020B060402020202020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Quicksand" panose="020B0604020202020204" charset="0"/>
              </a:rPr>
              <a:t>Fitur </a:t>
            </a:r>
            <a:r>
              <a:rPr kumimoji="0" lang="en-US" altLang="en-US" sz="1200" b="0" i="0" u="none" strike="noStrike" cap="none" normalizeH="0" baseline="0" dirty="0" err="1">
                <a:ln>
                  <a:noFill/>
                </a:ln>
                <a:solidFill>
                  <a:schemeClr val="tx1"/>
                </a:solidFill>
                <a:effectLst/>
                <a:latin typeface="Quicksand" panose="020B0604020202020204" charset="0"/>
              </a:rPr>
              <a:t>utama</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tambah</a:t>
            </a:r>
            <a:r>
              <a:rPr kumimoji="0" lang="en-US" altLang="en-US" sz="1200" b="0" i="0" u="none" strike="noStrike" cap="none" normalizeH="0" baseline="0" dirty="0">
                <a:ln>
                  <a:noFill/>
                </a:ln>
                <a:solidFill>
                  <a:schemeClr val="tx1"/>
                </a:solidFill>
                <a:effectLst/>
                <a:latin typeface="Quicksand" panose="020B0604020202020204" charset="0"/>
              </a:rPr>
              <a:t>/edit/hapus </a:t>
            </a:r>
            <a:r>
              <a:rPr kumimoji="0" lang="en-US" altLang="en-US" sz="1200" b="0" i="0" u="none" strike="noStrike" cap="none" normalizeH="0" baseline="0" dirty="0" err="1">
                <a:ln>
                  <a:noFill/>
                </a:ln>
                <a:solidFill>
                  <a:schemeClr val="tx1"/>
                </a:solidFill>
                <a:effectLst/>
                <a:latin typeface="Quicksand" panose="020B0604020202020204" charset="0"/>
              </a:rPr>
              <a:t>barang</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pencarian</a:t>
            </a:r>
            <a:r>
              <a:rPr kumimoji="0" lang="en-US" altLang="en-US" sz="1200" b="0" i="0" u="none" strike="noStrike" cap="none" normalizeH="0" baseline="0" dirty="0">
                <a:ln>
                  <a:noFill/>
                </a:ln>
                <a:solidFill>
                  <a:schemeClr val="tx1"/>
                </a:solidFill>
                <a:effectLst/>
                <a:latin typeface="Quicksand" panose="020B0604020202020204" charset="0"/>
              </a:rPr>
              <a:t> data, </a:t>
            </a:r>
            <a:r>
              <a:rPr kumimoji="0" lang="en-US" altLang="en-US" sz="1200" b="0" i="0" u="none" strike="noStrike" cap="none" normalizeH="0" baseline="0" dirty="0" err="1">
                <a:ln>
                  <a:noFill/>
                </a:ln>
                <a:solidFill>
                  <a:schemeClr val="tx1"/>
                </a:solidFill>
                <a:effectLst/>
                <a:latin typeface="Quicksand" panose="020B0604020202020204" charset="0"/>
              </a:rPr>
              <a:t>serta</a:t>
            </a:r>
            <a:r>
              <a:rPr kumimoji="0" lang="en-US" altLang="en-US" sz="1200" b="0" i="0" u="none" strike="noStrike" cap="none" normalizeH="0" baseline="0" dirty="0">
                <a:ln>
                  <a:noFill/>
                </a:ln>
                <a:solidFill>
                  <a:schemeClr val="tx1"/>
                </a:solidFill>
                <a:effectLst/>
                <a:latin typeface="Quicksand" panose="020B0604020202020204" charset="0"/>
              </a:rPr>
              <a:t> login user/admin.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Quicksand" panose="020B0604020202020204" charset="0"/>
              </a:rPr>
              <a:t>Menampilkan</a:t>
            </a:r>
            <a:r>
              <a:rPr kumimoji="0" lang="en-US" altLang="en-US" sz="1200" b="0" i="0" u="none" strike="noStrike" cap="none" normalizeH="0" baseline="0" dirty="0">
                <a:ln>
                  <a:noFill/>
                </a:ln>
                <a:solidFill>
                  <a:schemeClr val="tx1"/>
                </a:solidFill>
                <a:effectLst/>
                <a:latin typeface="Quicksand" panose="020B0604020202020204" charset="0"/>
              </a:rPr>
              <a:t> data </a:t>
            </a:r>
            <a:r>
              <a:rPr kumimoji="0" lang="en-US" altLang="en-US" sz="1200" b="0" i="0" u="none" strike="noStrike" cap="none" normalizeH="0" baseline="0" dirty="0" err="1">
                <a:ln>
                  <a:noFill/>
                </a:ln>
                <a:solidFill>
                  <a:schemeClr val="tx1"/>
                </a:solidFill>
                <a:effectLst/>
                <a:latin typeface="Quicksand" panose="020B0604020202020204" charset="0"/>
              </a:rPr>
              <a:t>dalam</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tabel</a:t>
            </a:r>
            <a:r>
              <a:rPr kumimoji="0" lang="en-US" altLang="en-US" sz="1200" b="0" i="0" u="none" strike="noStrike" cap="none" normalizeH="0" baseline="0" dirty="0">
                <a:ln>
                  <a:noFill/>
                </a:ln>
                <a:solidFill>
                  <a:schemeClr val="tx1"/>
                </a:solidFill>
                <a:effectLst/>
                <a:latin typeface="Quicksand" panose="020B0604020202020204" charset="0"/>
              </a:rPr>
              <a:t> GUI </a:t>
            </a:r>
            <a:r>
              <a:rPr kumimoji="0" lang="en-US" altLang="en-US" sz="1200" b="0" i="0" u="none" strike="noStrike" cap="none" normalizeH="0" baseline="0" dirty="0" err="1">
                <a:ln>
                  <a:noFill/>
                </a:ln>
                <a:solidFill>
                  <a:schemeClr val="tx1"/>
                </a:solidFill>
                <a:effectLst/>
                <a:latin typeface="Quicksand" panose="020B0604020202020204" charset="0"/>
              </a:rPr>
              <a:t>menggunakan</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Treeview</a:t>
            </a:r>
            <a:r>
              <a:rPr kumimoji="0" lang="en-US" altLang="en-US" sz="1200" b="0" i="0" u="none" strike="noStrike" cap="none" normalizeH="0" baseline="0" dirty="0">
                <a:ln>
                  <a:noFill/>
                </a:ln>
                <a:solidFill>
                  <a:schemeClr val="tx1"/>
                </a:solidFill>
                <a:effectLst/>
                <a:latin typeface="Quicksand" panose="020B060402020202020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Quicksand" panose="020B0604020202020204" charset="0"/>
              </a:rPr>
              <a:t>Meningkatkan</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pemahaman</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konsep</a:t>
            </a:r>
            <a:r>
              <a:rPr kumimoji="0" lang="en-US" altLang="en-US" sz="1200" b="0" i="0" u="none" strike="noStrike" cap="none" normalizeH="0" baseline="0" dirty="0">
                <a:ln>
                  <a:noFill/>
                </a:ln>
                <a:solidFill>
                  <a:schemeClr val="tx1"/>
                </a:solidFill>
                <a:effectLst/>
                <a:latin typeface="Quicksand" panose="020B0604020202020204" charset="0"/>
              </a:rPr>
              <a:t> OOP, SQL, dan </a:t>
            </a:r>
            <a:r>
              <a:rPr kumimoji="0" lang="en-US" altLang="en-US" sz="1200" b="0" i="0" u="none" strike="noStrike" cap="none" normalizeH="0" baseline="0" dirty="0" err="1">
                <a:ln>
                  <a:noFill/>
                </a:ln>
                <a:solidFill>
                  <a:schemeClr val="tx1"/>
                </a:solidFill>
                <a:effectLst/>
                <a:latin typeface="Quicksand" panose="020B0604020202020204" charset="0"/>
              </a:rPr>
              <a:t>manajemen</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inventaris</a:t>
            </a:r>
            <a:r>
              <a:rPr kumimoji="0" lang="en-US" altLang="en-US" sz="1200" b="0" i="0" u="none" strike="noStrike" cap="none" normalizeH="0" baseline="0" dirty="0">
                <a:ln>
                  <a:noFill/>
                </a:ln>
                <a:solidFill>
                  <a:schemeClr val="tx1"/>
                </a:solidFill>
                <a:effectLst/>
                <a:latin typeface="Quicksand" panose="020B0604020202020204" charset="0"/>
              </a:rPr>
              <a:t> </a:t>
            </a:r>
            <a:r>
              <a:rPr kumimoji="0" lang="en-US" altLang="en-US" sz="1200" b="0" i="0" u="none" strike="noStrike" cap="none" normalizeH="0" baseline="0" dirty="0" err="1">
                <a:ln>
                  <a:noFill/>
                </a:ln>
                <a:solidFill>
                  <a:schemeClr val="tx1"/>
                </a:solidFill>
                <a:effectLst/>
                <a:latin typeface="Quicksand" panose="020B0604020202020204" charset="0"/>
              </a:rPr>
              <a:t>sederhana</a:t>
            </a:r>
            <a:r>
              <a:rPr kumimoji="0" lang="en-US" altLang="en-US" sz="1200" b="0" i="0" u="none" strike="noStrike" cap="none" normalizeH="0" baseline="0" dirty="0">
                <a:ln>
                  <a:noFill/>
                </a:ln>
                <a:solidFill>
                  <a:schemeClr val="tx1"/>
                </a:solidFill>
                <a:effectLst/>
                <a:latin typeface="Quicksand" panose="020B0604020202020204" charset="0"/>
              </a:rPr>
              <a:t>.</a:t>
            </a:r>
          </a:p>
        </p:txBody>
      </p:sp>
    </p:spTree>
    <p:extLst>
      <p:ext uri="{BB962C8B-B14F-4D97-AF65-F5344CB8AC3E}">
        <p14:creationId xmlns:p14="http://schemas.microsoft.com/office/powerpoint/2010/main" val="3225708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cxnSp>
        <p:nvCxnSpPr>
          <p:cNvPr id="199" name="Google Shape;199;p34"/>
          <p:cNvCxnSpPr>
            <a:cxnSpLocks/>
          </p:cNvCxnSpPr>
          <p:nvPr/>
        </p:nvCxnSpPr>
        <p:spPr>
          <a:xfrm flipH="1">
            <a:off x="621500" y="1624263"/>
            <a:ext cx="7150" cy="3269212"/>
          </a:xfrm>
          <a:prstGeom prst="straightConnector1">
            <a:avLst/>
          </a:prstGeom>
          <a:noFill/>
          <a:ln w="19050" cap="flat" cmpd="sng">
            <a:solidFill>
              <a:schemeClr val="dk2"/>
            </a:solidFill>
            <a:prstDash val="solid"/>
            <a:round/>
            <a:headEnd type="none" w="med" len="med"/>
            <a:tailEnd type="none" w="med" len="med"/>
          </a:ln>
        </p:spPr>
      </p:cxnSp>
      <p:cxnSp>
        <p:nvCxnSpPr>
          <p:cNvPr id="200" name="Google Shape;200;p34"/>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201" name="Google Shape;201;p34"/>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SERTIFIKASI RESMI</a:t>
            </a:r>
            <a:endParaRPr dirty="0"/>
          </a:p>
        </p:txBody>
      </p:sp>
      <p:sp>
        <p:nvSpPr>
          <p:cNvPr id="204" name="Google Shape;204;p34"/>
          <p:cNvSpPr txBox="1">
            <a:spLocks noGrp="1"/>
          </p:cNvSpPr>
          <p:nvPr>
            <p:ph type="subTitle" idx="2"/>
          </p:nvPr>
        </p:nvSpPr>
        <p:spPr>
          <a:xfrm>
            <a:off x="720000" y="1599477"/>
            <a:ext cx="4782629" cy="525000"/>
          </a:xfrm>
          <a:prstGeom prst="rect">
            <a:avLst/>
          </a:prstGeom>
        </p:spPr>
        <p:txBody>
          <a:bodyPr spcFirstLastPara="1" wrap="square" lIns="91425" tIns="91425" rIns="91425" bIns="91425" anchor="t" anchorCtr="0">
            <a:noAutofit/>
          </a:bodyPr>
          <a:lstStyle/>
          <a:p>
            <a:r>
              <a:rPr lang="en-ID" sz="1600" dirty="0"/>
              <a:t>✅ </a:t>
            </a:r>
            <a:r>
              <a:rPr lang="en-ID" sz="1600" b="1" dirty="0" err="1"/>
              <a:t>Sertifikat</a:t>
            </a:r>
            <a:r>
              <a:rPr lang="en-ID" sz="1600" b="1" dirty="0"/>
              <a:t> BNSP Analis Program</a:t>
            </a:r>
            <a:r>
              <a:rPr lang="en-ID" sz="1600" dirty="0"/>
              <a:t> – LSP Universitas Bina Sarana </a:t>
            </a:r>
            <a:r>
              <a:rPr lang="en-ID" sz="1600" dirty="0" err="1"/>
              <a:t>Informatika</a:t>
            </a:r>
            <a:endParaRPr lang="en-ID" sz="1600" dirty="0"/>
          </a:p>
        </p:txBody>
      </p:sp>
      <p:sp>
        <p:nvSpPr>
          <p:cNvPr id="207" name="Google Shape;207;p34"/>
          <p:cNvSpPr txBox="1">
            <a:spLocks noGrp="1"/>
          </p:cNvSpPr>
          <p:nvPr>
            <p:ph type="subTitle" idx="5"/>
          </p:nvPr>
        </p:nvSpPr>
        <p:spPr>
          <a:xfrm>
            <a:off x="1749786" y="2552745"/>
            <a:ext cx="2961752" cy="525000"/>
          </a:xfrm>
          <a:prstGeom prst="rect">
            <a:avLst/>
          </a:prstGeom>
        </p:spPr>
        <p:txBody>
          <a:bodyPr spcFirstLastPara="1" wrap="square" lIns="91425" tIns="91425" rIns="91425" bIns="91425" anchor="t" anchorCtr="0">
            <a:noAutofit/>
          </a:bodyPr>
          <a:lstStyle/>
          <a:p>
            <a:r>
              <a:rPr lang="en-ID" dirty="0">
                <a:hlinkClick r:id="rId3"/>
              </a:rPr>
              <a:t>🔗 </a:t>
            </a:r>
            <a:r>
              <a:rPr lang="en-ID" dirty="0" err="1">
                <a:solidFill>
                  <a:srgbClr val="0099FF"/>
                </a:solidFill>
                <a:hlinkClick r:id="rId3"/>
              </a:rPr>
              <a:t>Lihat</a:t>
            </a:r>
            <a:r>
              <a:rPr lang="en-ID" dirty="0">
                <a:solidFill>
                  <a:srgbClr val="0099FF"/>
                </a:solidFill>
                <a:hlinkClick r:id="rId3"/>
              </a:rPr>
              <a:t> </a:t>
            </a:r>
            <a:r>
              <a:rPr lang="en-ID" dirty="0" err="1">
                <a:solidFill>
                  <a:srgbClr val="0099FF"/>
                </a:solidFill>
                <a:hlinkClick r:id="rId3"/>
              </a:rPr>
              <a:t>Sertifikat</a:t>
            </a:r>
            <a:endParaRPr lang="en-ID" dirty="0">
              <a:solidFill>
                <a:srgbClr val="0099FF"/>
              </a:solidFill>
            </a:endParaRPr>
          </a:p>
        </p:txBody>
      </p:sp>
      <p:sp>
        <p:nvSpPr>
          <p:cNvPr id="209" name="Google Shape;209;p34"/>
          <p:cNvSpPr txBox="1">
            <a:spLocks noGrp="1"/>
          </p:cNvSpPr>
          <p:nvPr>
            <p:ph type="subTitle" idx="7"/>
          </p:nvPr>
        </p:nvSpPr>
        <p:spPr>
          <a:xfrm>
            <a:off x="5729923" y="2256222"/>
            <a:ext cx="3040586" cy="490138"/>
          </a:xfrm>
          <a:prstGeom prst="rect">
            <a:avLst/>
          </a:prstGeom>
        </p:spPr>
        <p:txBody>
          <a:bodyPr spcFirstLastPara="1" wrap="square" lIns="91425" tIns="91425" rIns="91425" bIns="91425" anchor="t" anchorCtr="0">
            <a:noAutofit/>
          </a:bodyPr>
          <a:lstStyle/>
          <a:p>
            <a:r>
              <a:rPr lang="en-ID" sz="1200" i="1" dirty="0"/>
              <a:t>(</a:t>
            </a:r>
            <a:r>
              <a:rPr lang="en-ID" sz="1200" i="1" dirty="0" err="1"/>
              <a:t>Februari</a:t>
            </a:r>
            <a:r>
              <a:rPr lang="en-ID" sz="1200" i="1" dirty="0"/>
              <a:t> 2025)</a:t>
            </a:r>
            <a:endParaRPr lang="en-ID" sz="1200" dirty="0"/>
          </a:p>
        </p:txBody>
      </p:sp>
      <p:sp>
        <p:nvSpPr>
          <p:cNvPr id="210" name="Google Shape;210;p34"/>
          <p:cNvSpPr txBox="1">
            <a:spLocks noGrp="1"/>
          </p:cNvSpPr>
          <p:nvPr>
            <p:ph type="subTitle" idx="8"/>
          </p:nvPr>
        </p:nvSpPr>
        <p:spPr>
          <a:xfrm>
            <a:off x="5593979" y="1648468"/>
            <a:ext cx="3025946" cy="525000"/>
          </a:xfrm>
          <a:prstGeom prst="rect">
            <a:avLst/>
          </a:prstGeom>
        </p:spPr>
        <p:txBody>
          <a:bodyPr spcFirstLastPara="1" wrap="square" lIns="91425" tIns="91425" rIns="91425" bIns="91425" anchor="t" anchorCtr="0">
            <a:noAutofit/>
          </a:bodyPr>
          <a:lstStyle/>
          <a:p>
            <a:r>
              <a:rPr lang="en-ID" sz="1600" dirty="0"/>
              <a:t>✅ </a:t>
            </a:r>
            <a:r>
              <a:rPr lang="en-ID" sz="1600" b="1" dirty="0" err="1"/>
              <a:t>Sertifikat</a:t>
            </a:r>
            <a:r>
              <a:rPr lang="en-ID" sz="1600" b="1" dirty="0"/>
              <a:t> TOEFL (Skor: 480) - </a:t>
            </a:r>
            <a:r>
              <a:rPr lang="en-ID" sz="1600" dirty="0"/>
              <a:t>Lembaga Bahasa </a:t>
            </a:r>
          </a:p>
          <a:p>
            <a:endParaRPr lang="en-ID" sz="1600" dirty="0"/>
          </a:p>
        </p:txBody>
      </p:sp>
      <p:sp>
        <p:nvSpPr>
          <p:cNvPr id="211" name="Google Shape;211;p34"/>
          <p:cNvSpPr txBox="1">
            <a:spLocks noGrp="1"/>
          </p:cNvSpPr>
          <p:nvPr>
            <p:ph type="subTitle" idx="9"/>
          </p:nvPr>
        </p:nvSpPr>
        <p:spPr>
          <a:xfrm>
            <a:off x="5829831" y="2571750"/>
            <a:ext cx="2919603" cy="525000"/>
          </a:xfrm>
          <a:prstGeom prst="rect">
            <a:avLst/>
          </a:prstGeom>
        </p:spPr>
        <p:txBody>
          <a:bodyPr spcFirstLastPara="1" wrap="square" lIns="91425" tIns="91425" rIns="91425" bIns="91425" anchor="t" anchorCtr="0">
            <a:noAutofit/>
          </a:bodyPr>
          <a:lstStyle/>
          <a:p>
            <a:r>
              <a:rPr lang="en-ID" dirty="0">
                <a:hlinkClick r:id="rId4"/>
              </a:rPr>
              <a:t>🔗</a:t>
            </a:r>
            <a:r>
              <a:rPr lang="en-ID" dirty="0">
                <a:solidFill>
                  <a:srgbClr val="0099FF"/>
                </a:solidFill>
                <a:hlinkClick r:id="rId4"/>
              </a:rPr>
              <a:t> </a:t>
            </a:r>
            <a:r>
              <a:rPr lang="en-ID" dirty="0" err="1">
                <a:solidFill>
                  <a:srgbClr val="0099FF"/>
                </a:solidFill>
                <a:hlinkClick r:id="rId4"/>
              </a:rPr>
              <a:t>Lihat</a:t>
            </a:r>
            <a:r>
              <a:rPr lang="en-ID" dirty="0">
                <a:solidFill>
                  <a:srgbClr val="0099FF"/>
                </a:solidFill>
                <a:hlinkClick r:id="rId4"/>
              </a:rPr>
              <a:t> </a:t>
            </a:r>
            <a:r>
              <a:rPr lang="en-ID" dirty="0" err="1">
                <a:solidFill>
                  <a:srgbClr val="0099FF"/>
                </a:solidFill>
                <a:hlinkClick r:id="rId4"/>
              </a:rPr>
              <a:t>Sertifikat</a:t>
            </a:r>
            <a:endParaRPr lang="en-ID" dirty="0">
              <a:solidFill>
                <a:srgbClr val="0099FF"/>
              </a:solidFill>
            </a:endParaRPr>
          </a:p>
        </p:txBody>
      </p:sp>
      <p:sp>
        <p:nvSpPr>
          <p:cNvPr id="212" name="Google Shape;212;p34"/>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4"/>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09;p34">
            <a:extLst>
              <a:ext uri="{FF2B5EF4-FFF2-40B4-BE49-F238E27FC236}">
                <a16:creationId xmlns:a16="http://schemas.microsoft.com/office/drawing/2014/main" id="{8F1C6348-3235-A780-F368-2E6B68AE4F68}"/>
              </a:ext>
            </a:extLst>
          </p:cNvPr>
          <p:cNvSpPr txBox="1">
            <a:spLocks/>
          </p:cNvSpPr>
          <p:nvPr/>
        </p:nvSpPr>
        <p:spPr>
          <a:xfrm>
            <a:off x="2068735" y="2261650"/>
            <a:ext cx="2604073" cy="180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200"/>
              <a:buFont typeface="Tenor Sans"/>
              <a:buNone/>
              <a:defRPr sz="2200" b="1" i="0" u="none" strike="noStrike" cap="none">
                <a:solidFill>
                  <a:schemeClr val="dk1"/>
                </a:solidFill>
                <a:latin typeface="Tenor Sans"/>
                <a:ea typeface="Tenor Sans"/>
                <a:cs typeface="Tenor Sans"/>
                <a:sym typeface="Tenor Sans"/>
              </a:defRPr>
            </a:lvl1pPr>
            <a:lvl2pPr marL="914400" marR="0" lvl="1"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2pPr>
            <a:lvl3pPr marL="1371600" marR="0" lvl="2"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3pPr>
            <a:lvl4pPr marL="1828800" marR="0" lvl="3"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4pPr>
            <a:lvl5pPr marL="2286000" marR="0" lvl="4"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5pPr>
            <a:lvl6pPr marL="2743200" marR="0" lvl="5"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6pPr>
            <a:lvl7pPr marL="3200400" marR="0" lvl="6"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7pPr>
            <a:lvl8pPr marL="3657600" marR="0" lvl="7"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8pPr>
            <a:lvl9pPr marL="4114800" marR="0" lvl="8"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9pPr>
          </a:lstStyle>
          <a:p>
            <a:pPr marL="0" indent="0">
              <a:spcAft>
                <a:spcPts val="1200"/>
              </a:spcAft>
            </a:pPr>
            <a:r>
              <a:rPr lang="en-ID" sz="1200" i="1" dirty="0"/>
              <a:t>(Januari 2025)</a:t>
            </a:r>
            <a:endParaRPr lang="en-ID" sz="1200" dirty="0"/>
          </a:p>
          <a:p>
            <a:pPr marL="0" indent="0">
              <a:spcAft>
                <a:spcPts val="1200"/>
              </a:spcAft>
            </a:pPr>
            <a:endParaRPr lang="en" sz="1200" dirty="0"/>
          </a:p>
        </p:txBody>
      </p:sp>
      <p:sp>
        <p:nvSpPr>
          <p:cNvPr id="7" name="Google Shape;204;p34">
            <a:extLst>
              <a:ext uri="{FF2B5EF4-FFF2-40B4-BE49-F238E27FC236}">
                <a16:creationId xmlns:a16="http://schemas.microsoft.com/office/drawing/2014/main" id="{14122139-DA0A-BD51-5308-C924E70F5BCF}"/>
              </a:ext>
            </a:extLst>
          </p:cNvPr>
          <p:cNvSpPr txBox="1">
            <a:spLocks/>
          </p:cNvSpPr>
          <p:nvPr/>
        </p:nvSpPr>
        <p:spPr>
          <a:xfrm>
            <a:off x="918507" y="3142964"/>
            <a:ext cx="4121801" cy="52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Tenor Sans"/>
              <a:buNone/>
              <a:defRPr sz="1800" b="1" i="0" u="none" strike="noStrike" cap="none">
                <a:solidFill>
                  <a:schemeClr val="dk1"/>
                </a:solidFill>
                <a:latin typeface="Tenor Sans"/>
                <a:ea typeface="Tenor Sans"/>
                <a:cs typeface="Tenor Sans"/>
                <a:sym typeface="Tenor Sans"/>
              </a:defRPr>
            </a:lvl1pPr>
            <a:lvl2pPr marL="914400" marR="0" lvl="1"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2pPr>
            <a:lvl3pPr marL="1371600" marR="0" lvl="2"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3pPr>
            <a:lvl4pPr marL="1828800" marR="0" lvl="3"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4pPr>
            <a:lvl5pPr marL="2286000" marR="0" lvl="4"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5pPr>
            <a:lvl6pPr marL="2743200" marR="0" lvl="5"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6pPr>
            <a:lvl7pPr marL="3200400" marR="0" lvl="6"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7pPr>
            <a:lvl8pPr marL="3657600" marR="0" lvl="7"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8pPr>
            <a:lvl9pPr marL="4114800" marR="0" lvl="8"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9pPr>
          </a:lstStyle>
          <a:p>
            <a:r>
              <a:rPr lang="en-ID" sz="1600" dirty="0"/>
              <a:t>✅ </a:t>
            </a:r>
            <a:r>
              <a:rPr lang="en-ID" sz="1600" dirty="0" err="1"/>
              <a:t>Sertifikat</a:t>
            </a:r>
            <a:r>
              <a:rPr lang="en-ID" sz="1600" dirty="0"/>
              <a:t> BNSP Database Programmer – LSP </a:t>
            </a:r>
            <a:r>
              <a:rPr lang="en-ID" sz="1600" dirty="0" err="1"/>
              <a:t>Teknologi</a:t>
            </a:r>
            <a:r>
              <a:rPr lang="en-ID" sz="1600" dirty="0"/>
              <a:t> Digital</a:t>
            </a:r>
          </a:p>
        </p:txBody>
      </p:sp>
      <p:sp>
        <p:nvSpPr>
          <p:cNvPr id="9" name="Google Shape;209;p34">
            <a:extLst>
              <a:ext uri="{FF2B5EF4-FFF2-40B4-BE49-F238E27FC236}">
                <a16:creationId xmlns:a16="http://schemas.microsoft.com/office/drawing/2014/main" id="{BBB6B68B-FFCA-C1CB-4A38-01B0D8465AAD}"/>
              </a:ext>
            </a:extLst>
          </p:cNvPr>
          <p:cNvSpPr txBox="1">
            <a:spLocks/>
          </p:cNvSpPr>
          <p:nvPr/>
        </p:nvSpPr>
        <p:spPr>
          <a:xfrm>
            <a:off x="1988890" y="4213210"/>
            <a:ext cx="2604073" cy="180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200"/>
              <a:buFont typeface="Tenor Sans"/>
              <a:buNone/>
              <a:defRPr sz="2200" b="1" i="0" u="none" strike="noStrike" cap="none">
                <a:solidFill>
                  <a:schemeClr val="dk1"/>
                </a:solidFill>
                <a:latin typeface="Tenor Sans"/>
                <a:ea typeface="Tenor Sans"/>
                <a:cs typeface="Tenor Sans"/>
                <a:sym typeface="Tenor Sans"/>
              </a:defRPr>
            </a:lvl1pPr>
            <a:lvl2pPr marL="914400" marR="0" lvl="1"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2pPr>
            <a:lvl3pPr marL="1371600" marR="0" lvl="2"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3pPr>
            <a:lvl4pPr marL="1828800" marR="0" lvl="3"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4pPr>
            <a:lvl5pPr marL="2286000" marR="0" lvl="4"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5pPr>
            <a:lvl6pPr marL="2743200" marR="0" lvl="5"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6pPr>
            <a:lvl7pPr marL="3200400" marR="0" lvl="6"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7pPr>
            <a:lvl8pPr marL="3657600" marR="0" lvl="7"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8pPr>
            <a:lvl9pPr marL="4114800" marR="0" lvl="8"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9pPr>
          </a:lstStyle>
          <a:p>
            <a:pPr marL="0" indent="0">
              <a:spcAft>
                <a:spcPts val="1200"/>
              </a:spcAft>
            </a:pPr>
            <a:r>
              <a:rPr lang="en-ID" sz="1200" i="1" dirty="0"/>
              <a:t>(Juni 2025)</a:t>
            </a:r>
            <a:endParaRPr lang="en-ID" sz="1200" dirty="0"/>
          </a:p>
          <a:p>
            <a:pPr marL="0" indent="0">
              <a:spcAft>
                <a:spcPts val="1200"/>
              </a:spcAft>
            </a:pPr>
            <a:endParaRPr lang="en" sz="1200" dirty="0"/>
          </a:p>
        </p:txBody>
      </p:sp>
      <p:sp>
        <p:nvSpPr>
          <p:cNvPr id="11" name="Google Shape;207;p34">
            <a:extLst>
              <a:ext uri="{FF2B5EF4-FFF2-40B4-BE49-F238E27FC236}">
                <a16:creationId xmlns:a16="http://schemas.microsoft.com/office/drawing/2014/main" id="{59FB2B9D-B1B4-D833-F7D8-CE4C9016763B}"/>
              </a:ext>
            </a:extLst>
          </p:cNvPr>
          <p:cNvSpPr txBox="1">
            <a:spLocks/>
          </p:cNvSpPr>
          <p:nvPr/>
        </p:nvSpPr>
        <p:spPr>
          <a:xfrm>
            <a:off x="1749786" y="4514850"/>
            <a:ext cx="2961752" cy="52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r>
              <a:rPr lang="en-ID" dirty="0">
                <a:solidFill>
                  <a:srgbClr val="0097A7"/>
                </a:solidFill>
                <a:hlinkClick r:id="rId5"/>
              </a:rPr>
              <a:t>🔗</a:t>
            </a:r>
            <a:r>
              <a:rPr lang="en-ID" dirty="0">
                <a:solidFill>
                  <a:srgbClr val="FF0000"/>
                </a:solidFill>
                <a:hlinkClick r:id="rId5"/>
              </a:rPr>
              <a:t> </a:t>
            </a:r>
            <a:r>
              <a:rPr lang="en-ID" dirty="0" err="1">
                <a:solidFill>
                  <a:srgbClr val="FF0000"/>
                </a:solidFill>
                <a:hlinkClick r:id="rId5"/>
              </a:rPr>
              <a:t>Lihat</a:t>
            </a:r>
            <a:r>
              <a:rPr lang="en-ID" dirty="0">
                <a:solidFill>
                  <a:srgbClr val="FF0000"/>
                </a:solidFill>
                <a:hlinkClick r:id="rId5"/>
              </a:rPr>
              <a:t> </a:t>
            </a:r>
            <a:r>
              <a:rPr lang="en-ID" dirty="0" err="1">
                <a:solidFill>
                  <a:srgbClr val="FF0000"/>
                </a:solidFill>
                <a:hlinkClick r:id="rId5"/>
              </a:rPr>
              <a:t>Sertifikat</a:t>
            </a:r>
            <a:endParaRPr lang="en-ID" dirty="0">
              <a:solidFill>
                <a:srgbClr val="FF0000"/>
              </a:solidFill>
            </a:endParaRPr>
          </a:p>
        </p:txBody>
      </p:sp>
      <p:sp>
        <p:nvSpPr>
          <p:cNvPr id="2" name="Google Shape;204;p34">
            <a:extLst>
              <a:ext uri="{FF2B5EF4-FFF2-40B4-BE49-F238E27FC236}">
                <a16:creationId xmlns:a16="http://schemas.microsoft.com/office/drawing/2014/main" id="{73D568D7-3BED-149D-0B4F-6171AB54303D}"/>
              </a:ext>
            </a:extLst>
          </p:cNvPr>
          <p:cNvSpPr txBox="1">
            <a:spLocks/>
          </p:cNvSpPr>
          <p:nvPr/>
        </p:nvSpPr>
        <p:spPr>
          <a:xfrm>
            <a:off x="4865948" y="3118178"/>
            <a:ext cx="4278052" cy="52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Tenor Sans"/>
              <a:buNone/>
              <a:defRPr sz="1800" b="1" i="0" u="none" strike="noStrike" cap="none">
                <a:solidFill>
                  <a:schemeClr val="dk1"/>
                </a:solidFill>
                <a:latin typeface="Tenor Sans"/>
                <a:ea typeface="Tenor Sans"/>
                <a:cs typeface="Tenor Sans"/>
                <a:sym typeface="Tenor Sans"/>
              </a:defRPr>
            </a:lvl1pPr>
            <a:lvl2pPr marL="914400" marR="0" lvl="1"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2pPr>
            <a:lvl3pPr marL="1371600" marR="0" lvl="2"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3pPr>
            <a:lvl4pPr marL="1828800" marR="0" lvl="3"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4pPr>
            <a:lvl5pPr marL="2286000" marR="0" lvl="4"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5pPr>
            <a:lvl6pPr marL="2743200" marR="0" lvl="5"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6pPr>
            <a:lvl7pPr marL="3200400" marR="0" lvl="6"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7pPr>
            <a:lvl8pPr marL="3657600" marR="0" lvl="7"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8pPr>
            <a:lvl9pPr marL="4114800" marR="0" lvl="8"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9pPr>
          </a:lstStyle>
          <a:p>
            <a:r>
              <a:rPr lang="id-ID" sz="1400" dirty="0"/>
              <a:t>✅ </a:t>
            </a:r>
            <a:r>
              <a:rPr lang="en-US" sz="1400" dirty="0" err="1"/>
              <a:t>Sertifikat</a:t>
            </a:r>
            <a:r>
              <a:rPr lang="en-US" sz="1400" dirty="0"/>
              <a:t> BNSP Junior/</a:t>
            </a:r>
            <a:r>
              <a:rPr lang="id-ID" sz="1400" u="sng" dirty="0"/>
              <a:t>Associate Data Scientist</a:t>
            </a:r>
            <a:r>
              <a:rPr lang="id-ID" sz="1400" dirty="0"/>
              <a:t> –</a:t>
            </a:r>
            <a:r>
              <a:rPr lang="en-US" sz="1400" dirty="0"/>
              <a:t> LSP </a:t>
            </a:r>
            <a:r>
              <a:rPr lang="id-ID" sz="1400" dirty="0"/>
              <a:t>Balai Pelatihan dan     </a:t>
            </a:r>
            <a:endParaRPr lang="en-ID" sz="1400" dirty="0"/>
          </a:p>
          <a:p>
            <a:r>
              <a:rPr lang="id-ID" sz="1400" dirty="0"/>
              <a:t>      Pengembangan Teknologi Informasi dan Komunikasi (BPPTIK)</a:t>
            </a:r>
            <a:endParaRPr lang="en-ID" sz="1400" dirty="0"/>
          </a:p>
          <a:p>
            <a:br>
              <a:rPr lang="id-ID" sz="1400" dirty="0"/>
            </a:br>
            <a:endParaRPr lang="en-ID" sz="1400" dirty="0"/>
          </a:p>
        </p:txBody>
      </p:sp>
      <p:sp>
        <p:nvSpPr>
          <p:cNvPr id="3" name="Google Shape;207;p34">
            <a:extLst>
              <a:ext uri="{FF2B5EF4-FFF2-40B4-BE49-F238E27FC236}">
                <a16:creationId xmlns:a16="http://schemas.microsoft.com/office/drawing/2014/main" id="{D6107210-F81D-FD3B-A142-C6A9DFF67254}"/>
              </a:ext>
            </a:extLst>
          </p:cNvPr>
          <p:cNvSpPr txBox="1">
            <a:spLocks/>
          </p:cNvSpPr>
          <p:nvPr/>
        </p:nvSpPr>
        <p:spPr>
          <a:xfrm>
            <a:off x="5808757" y="4514850"/>
            <a:ext cx="2961752" cy="52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r>
              <a:rPr lang="en-ID" dirty="0">
                <a:solidFill>
                  <a:srgbClr val="0097A7"/>
                </a:solidFill>
                <a:hlinkClick r:id="rId6"/>
              </a:rPr>
              <a:t>🔗</a:t>
            </a:r>
            <a:r>
              <a:rPr lang="en-ID" dirty="0">
                <a:solidFill>
                  <a:srgbClr val="FF0000"/>
                </a:solidFill>
                <a:hlinkClick r:id="rId6"/>
              </a:rPr>
              <a:t> </a:t>
            </a:r>
            <a:r>
              <a:rPr lang="en-ID" dirty="0" err="1">
                <a:solidFill>
                  <a:srgbClr val="FF0000"/>
                </a:solidFill>
                <a:hlinkClick r:id="rId6"/>
              </a:rPr>
              <a:t>Lihat</a:t>
            </a:r>
            <a:r>
              <a:rPr lang="en-ID" dirty="0">
                <a:solidFill>
                  <a:srgbClr val="FF0000"/>
                </a:solidFill>
                <a:hlinkClick r:id="rId6"/>
              </a:rPr>
              <a:t> </a:t>
            </a:r>
            <a:r>
              <a:rPr lang="en-ID" dirty="0" err="1">
                <a:solidFill>
                  <a:srgbClr val="FF0000"/>
                </a:solidFill>
                <a:hlinkClick r:id="rId6"/>
              </a:rPr>
              <a:t>Sertifikat</a:t>
            </a:r>
            <a:endParaRPr lang="en-ID" dirty="0">
              <a:solidFill>
                <a:srgbClr val="FF0000"/>
              </a:solidFill>
            </a:endParaRPr>
          </a:p>
        </p:txBody>
      </p:sp>
      <p:sp>
        <p:nvSpPr>
          <p:cNvPr id="4" name="Google Shape;209;p34">
            <a:extLst>
              <a:ext uri="{FF2B5EF4-FFF2-40B4-BE49-F238E27FC236}">
                <a16:creationId xmlns:a16="http://schemas.microsoft.com/office/drawing/2014/main" id="{51530B97-811F-0FCD-F468-D9948CE6A8E6}"/>
              </a:ext>
            </a:extLst>
          </p:cNvPr>
          <p:cNvSpPr txBox="1">
            <a:spLocks/>
          </p:cNvSpPr>
          <p:nvPr/>
        </p:nvSpPr>
        <p:spPr>
          <a:xfrm>
            <a:off x="6156863" y="4213210"/>
            <a:ext cx="2604073" cy="180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200"/>
              <a:buFont typeface="Tenor Sans"/>
              <a:buNone/>
              <a:defRPr sz="2200" b="1" i="0" u="none" strike="noStrike" cap="none">
                <a:solidFill>
                  <a:schemeClr val="dk1"/>
                </a:solidFill>
                <a:latin typeface="Tenor Sans"/>
                <a:ea typeface="Tenor Sans"/>
                <a:cs typeface="Tenor Sans"/>
                <a:sym typeface="Tenor Sans"/>
              </a:defRPr>
            </a:lvl1pPr>
            <a:lvl2pPr marL="914400" marR="0" lvl="1"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2pPr>
            <a:lvl3pPr marL="1371600" marR="0" lvl="2"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3pPr>
            <a:lvl4pPr marL="1828800" marR="0" lvl="3"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4pPr>
            <a:lvl5pPr marL="2286000" marR="0" lvl="4"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5pPr>
            <a:lvl6pPr marL="2743200" marR="0" lvl="5"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6pPr>
            <a:lvl7pPr marL="3200400" marR="0" lvl="6"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7pPr>
            <a:lvl8pPr marL="3657600" marR="0" lvl="7"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8pPr>
            <a:lvl9pPr marL="4114800" marR="0" lvl="8" indent="-317500" algn="ctr" rtl="0">
              <a:lnSpc>
                <a:spcPct val="100000"/>
              </a:lnSpc>
              <a:spcBef>
                <a:spcPts val="0"/>
              </a:spcBef>
              <a:spcAft>
                <a:spcPts val="0"/>
              </a:spcAft>
              <a:buClr>
                <a:schemeClr val="dk1"/>
              </a:buClr>
              <a:buSzPts val="1400"/>
              <a:buFont typeface="Tenor Sans"/>
              <a:buNone/>
              <a:defRPr sz="1400" b="0" i="0" u="none" strike="noStrike" cap="none">
                <a:solidFill>
                  <a:schemeClr val="dk1"/>
                </a:solidFill>
                <a:latin typeface="Tenor Sans"/>
                <a:ea typeface="Tenor Sans"/>
                <a:cs typeface="Tenor Sans"/>
                <a:sym typeface="Tenor Sans"/>
              </a:defRPr>
            </a:lvl9pPr>
          </a:lstStyle>
          <a:p>
            <a:pPr marL="0" indent="0">
              <a:spcAft>
                <a:spcPts val="1200"/>
              </a:spcAft>
            </a:pPr>
            <a:r>
              <a:rPr lang="en-ID" sz="1200" i="1" dirty="0"/>
              <a:t>(September 2025)</a:t>
            </a:r>
            <a:endParaRPr lang="en-ID" sz="1200" dirty="0"/>
          </a:p>
          <a:p>
            <a:pPr marL="0" indent="0">
              <a:spcAft>
                <a:spcPts val="1200"/>
              </a:spcAft>
            </a:pPr>
            <a:endParaRPr lang="en"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cxnSp>
        <p:nvCxnSpPr>
          <p:cNvPr id="1058" name="Google Shape;1058;p51"/>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1059" name="Google Shape;1059;p51"/>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1060" name="Google Shape;1060;p51"/>
          <p:cNvSpPr/>
          <p:nvPr/>
        </p:nvSpPr>
        <p:spPr>
          <a:xfrm>
            <a:off x="7587850"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1"/>
          <p:cNvSpPr/>
          <p:nvPr/>
        </p:nvSpPr>
        <p:spPr>
          <a:xfrm>
            <a:off x="8022375" y="592400"/>
            <a:ext cx="407700" cy="1797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1"/>
          <p:cNvSpPr txBox="1">
            <a:spLocks noGrp="1"/>
          </p:cNvSpPr>
          <p:nvPr>
            <p:ph type="title"/>
          </p:nvPr>
        </p:nvSpPr>
        <p:spPr>
          <a:xfrm>
            <a:off x="720000" y="540000"/>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PELATIHAN &amp; KURSUS</a:t>
            </a:r>
            <a:endParaRPr dirty="0"/>
          </a:p>
        </p:txBody>
      </p:sp>
      <p:pic>
        <p:nvPicPr>
          <p:cNvPr id="40" name="Picture 39">
            <a:extLst>
              <a:ext uri="{FF2B5EF4-FFF2-40B4-BE49-F238E27FC236}">
                <a16:creationId xmlns:a16="http://schemas.microsoft.com/office/drawing/2014/main" id="{FCD4FC05-430D-379F-2EAC-2DEA2A7390F8}"/>
              </a:ext>
            </a:extLst>
          </p:cNvPr>
          <p:cNvPicPr>
            <a:picLocks noChangeAspect="1"/>
          </p:cNvPicPr>
          <p:nvPr/>
        </p:nvPicPr>
        <p:blipFill>
          <a:blip r:embed="rId3"/>
          <a:stretch>
            <a:fillRect/>
          </a:stretch>
        </p:blipFill>
        <p:spPr>
          <a:xfrm>
            <a:off x="6024727" y="1112700"/>
            <a:ext cx="2546129" cy="1800000"/>
          </a:xfrm>
          <a:prstGeom prst="rect">
            <a:avLst/>
          </a:prstGeom>
        </p:spPr>
      </p:pic>
      <p:pic>
        <p:nvPicPr>
          <p:cNvPr id="42" name="Picture 41">
            <a:extLst>
              <a:ext uri="{FF2B5EF4-FFF2-40B4-BE49-F238E27FC236}">
                <a16:creationId xmlns:a16="http://schemas.microsoft.com/office/drawing/2014/main" id="{A7E941F9-5BDD-656D-910A-BC743BBA24C5}"/>
              </a:ext>
            </a:extLst>
          </p:cNvPr>
          <p:cNvPicPr>
            <a:picLocks noChangeAspect="1"/>
          </p:cNvPicPr>
          <p:nvPr/>
        </p:nvPicPr>
        <p:blipFill>
          <a:blip r:embed="rId4"/>
          <a:stretch>
            <a:fillRect/>
          </a:stretch>
        </p:blipFill>
        <p:spPr>
          <a:xfrm>
            <a:off x="687153" y="3066385"/>
            <a:ext cx="2546129" cy="1800000"/>
          </a:xfrm>
          <a:prstGeom prst="rect">
            <a:avLst/>
          </a:prstGeom>
        </p:spPr>
      </p:pic>
      <p:pic>
        <p:nvPicPr>
          <p:cNvPr id="44" name="Picture 43">
            <a:extLst>
              <a:ext uri="{FF2B5EF4-FFF2-40B4-BE49-F238E27FC236}">
                <a16:creationId xmlns:a16="http://schemas.microsoft.com/office/drawing/2014/main" id="{32BC19F8-1F1E-BB74-2B36-501BAF555391}"/>
              </a:ext>
            </a:extLst>
          </p:cNvPr>
          <p:cNvPicPr>
            <a:picLocks noChangeAspect="1"/>
          </p:cNvPicPr>
          <p:nvPr/>
        </p:nvPicPr>
        <p:blipFill>
          <a:blip r:embed="rId5"/>
          <a:stretch>
            <a:fillRect/>
          </a:stretch>
        </p:blipFill>
        <p:spPr>
          <a:xfrm>
            <a:off x="3344510" y="3066385"/>
            <a:ext cx="2544077" cy="1800000"/>
          </a:xfrm>
          <a:prstGeom prst="rect">
            <a:avLst/>
          </a:prstGeom>
        </p:spPr>
      </p:pic>
      <p:pic>
        <p:nvPicPr>
          <p:cNvPr id="46" name="Picture 45">
            <a:extLst>
              <a:ext uri="{FF2B5EF4-FFF2-40B4-BE49-F238E27FC236}">
                <a16:creationId xmlns:a16="http://schemas.microsoft.com/office/drawing/2014/main" id="{30F40278-21AF-956D-836C-B62069ED8037}"/>
              </a:ext>
            </a:extLst>
          </p:cNvPr>
          <p:cNvPicPr>
            <a:picLocks noChangeAspect="1"/>
          </p:cNvPicPr>
          <p:nvPr/>
        </p:nvPicPr>
        <p:blipFill>
          <a:blip r:embed="rId6"/>
          <a:stretch>
            <a:fillRect/>
          </a:stretch>
        </p:blipFill>
        <p:spPr>
          <a:xfrm>
            <a:off x="5978423" y="3066385"/>
            <a:ext cx="2544077" cy="1800000"/>
          </a:xfrm>
          <a:prstGeom prst="rect">
            <a:avLst/>
          </a:prstGeom>
        </p:spPr>
      </p:pic>
      <p:pic>
        <p:nvPicPr>
          <p:cNvPr id="50" name="Picture 49">
            <a:extLst>
              <a:ext uri="{FF2B5EF4-FFF2-40B4-BE49-F238E27FC236}">
                <a16:creationId xmlns:a16="http://schemas.microsoft.com/office/drawing/2014/main" id="{5503A776-B232-C4B5-8220-AD14B19489CB}"/>
              </a:ext>
            </a:extLst>
          </p:cNvPr>
          <p:cNvPicPr>
            <a:picLocks noChangeAspect="1"/>
          </p:cNvPicPr>
          <p:nvPr/>
        </p:nvPicPr>
        <p:blipFill>
          <a:blip r:embed="rId7"/>
          <a:stretch>
            <a:fillRect/>
          </a:stretch>
        </p:blipFill>
        <p:spPr>
          <a:xfrm>
            <a:off x="710967" y="1112700"/>
            <a:ext cx="2544077" cy="1800000"/>
          </a:xfrm>
          <a:prstGeom prst="rect">
            <a:avLst/>
          </a:prstGeom>
        </p:spPr>
      </p:pic>
      <p:pic>
        <p:nvPicPr>
          <p:cNvPr id="52" name="Picture 51">
            <a:extLst>
              <a:ext uri="{FF2B5EF4-FFF2-40B4-BE49-F238E27FC236}">
                <a16:creationId xmlns:a16="http://schemas.microsoft.com/office/drawing/2014/main" id="{1B20AFB6-FC6B-9DE0-2E72-68362D83712F}"/>
              </a:ext>
            </a:extLst>
          </p:cNvPr>
          <p:cNvPicPr>
            <a:picLocks noChangeAspect="1"/>
          </p:cNvPicPr>
          <p:nvPr/>
        </p:nvPicPr>
        <p:blipFill>
          <a:blip r:embed="rId8"/>
          <a:stretch>
            <a:fillRect/>
          </a:stretch>
        </p:blipFill>
        <p:spPr>
          <a:xfrm>
            <a:off x="3344509" y="1112700"/>
            <a:ext cx="2544077" cy="18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1">
          <a:extLst>
            <a:ext uri="{FF2B5EF4-FFF2-40B4-BE49-F238E27FC236}">
              <a16:creationId xmlns:a16="http://schemas.microsoft.com/office/drawing/2014/main" id="{68D278B1-0C5F-1EB4-18B5-B7275C4CF317}"/>
            </a:ext>
          </a:extLst>
        </p:cNvPr>
        <p:cNvGrpSpPr/>
        <p:nvPr/>
      </p:nvGrpSpPr>
      <p:grpSpPr>
        <a:xfrm>
          <a:off x="0" y="0"/>
          <a:ext cx="0" cy="0"/>
          <a:chOff x="0" y="0"/>
          <a:chExt cx="0" cy="0"/>
        </a:xfrm>
      </p:grpSpPr>
      <p:cxnSp>
        <p:nvCxnSpPr>
          <p:cNvPr id="1058" name="Google Shape;1058;p51">
            <a:extLst>
              <a:ext uri="{FF2B5EF4-FFF2-40B4-BE49-F238E27FC236}">
                <a16:creationId xmlns:a16="http://schemas.microsoft.com/office/drawing/2014/main" id="{7C90B7BE-3205-24E6-7DF0-D86B96590CE4}"/>
              </a:ext>
            </a:extLst>
          </p:cNvPr>
          <p:cNvCxnSpPr/>
          <p:nvPr/>
        </p:nvCxnSpPr>
        <p:spPr>
          <a:xfrm>
            <a:off x="621500" y="2264575"/>
            <a:ext cx="0" cy="2628900"/>
          </a:xfrm>
          <a:prstGeom prst="straightConnector1">
            <a:avLst/>
          </a:prstGeom>
          <a:noFill/>
          <a:ln w="19050" cap="flat" cmpd="sng">
            <a:solidFill>
              <a:schemeClr val="dk2"/>
            </a:solidFill>
            <a:prstDash val="solid"/>
            <a:round/>
            <a:headEnd type="none" w="med" len="med"/>
            <a:tailEnd type="none" w="med" len="med"/>
          </a:ln>
        </p:spPr>
      </p:cxnSp>
      <p:cxnSp>
        <p:nvCxnSpPr>
          <p:cNvPr id="1059" name="Google Shape;1059;p51">
            <a:extLst>
              <a:ext uri="{FF2B5EF4-FFF2-40B4-BE49-F238E27FC236}">
                <a16:creationId xmlns:a16="http://schemas.microsoft.com/office/drawing/2014/main" id="{8F9F27BC-A331-44B1-2C43-78698CE7F6E9}"/>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pic>
        <p:nvPicPr>
          <p:cNvPr id="28" name="Picture 27">
            <a:extLst>
              <a:ext uri="{FF2B5EF4-FFF2-40B4-BE49-F238E27FC236}">
                <a16:creationId xmlns:a16="http://schemas.microsoft.com/office/drawing/2014/main" id="{AFDE52B2-C8B5-C463-B501-D1037FE5B4D2}"/>
              </a:ext>
            </a:extLst>
          </p:cNvPr>
          <p:cNvPicPr>
            <a:picLocks noChangeAspect="1"/>
          </p:cNvPicPr>
          <p:nvPr/>
        </p:nvPicPr>
        <p:blipFill>
          <a:blip r:embed="rId3"/>
          <a:stretch>
            <a:fillRect/>
          </a:stretch>
        </p:blipFill>
        <p:spPr>
          <a:xfrm>
            <a:off x="648326" y="592400"/>
            <a:ext cx="1556490" cy="1800000"/>
          </a:xfrm>
          <a:prstGeom prst="rect">
            <a:avLst/>
          </a:prstGeom>
        </p:spPr>
      </p:pic>
      <p:pic>
        <p:nvPicPr>
          <p:cNvPr id="30" name="Picture 29">
            <a:extLst>
              <a:ext uri="{FF2B5EF4-FFF2-40B4-BE49-F238E27FC236}">
                <a16:creationId xmlns:a16="http://schemas.microsoft.com/office/drawing/2014/main" id="{859A7974-62DC-0D15-934C-1899960586B4}"/>
              </a:ext>
            </a:extLst>
          </p:cNvPr>
          <p:cNvPicPr>
            <a:picLocks noChangeAspect="1"/>
          </p:cNvPicPr>
          <p:nvPr/>
        </p:nvPicPr>
        <p:blipFill>
          <a:blip r:embed="rId4"/>
          <a:stretch>
            <a:fillRect/>
          </a:stretch>
        </p:blipFill>
        <p:spPr>
          <a:xfrm>
            <a:off x="5359101" y="520388"/>
            <a:ext cx="2584327" cy="1800000"/>
          </a:xfrm>
          <a:prstGeom prst="rect">
            <a:avLst/>
          </a:prstGeom>
        </p:spPr>
      </p:pic>
      <p:pic>
        <p:nvPicPr>
          <p:cNvPr id="32" name="Picture 31">
            <a:extLst>
              <a:ext uri="{FF2B5EF4-FFF2-40B4-BE49-F238E27FC236}">
                <a16:creationId xmlns:a16="http://schemas.microsoft.com/office/drawing/2014/main" id="{844FCC17-A46A-4BF7-DE70-9F317AD41761}"/>
              </a:ext>
            </a:extLst>
          </p:cNvPr>
          <p:cNvPicPr>
            <a:picLocks noChangeAspect="1"/>
          </p:cNvPicPr>
          <p:nvPr/>
        </p:nvPicPr>
        <p:blipFill>
          <a:blip r:embed="rId5"/>
          <a:stretch>
            <a:fillRect/>
          </a:stretch>
        </p:blipFill>
        <p:spPr>
          <a:xfrm>
            <a:off x="2204816" y="514350"/>
            <a:ext cx="3154285" cy="1800000"/>
          </a:xfrm>
          <a:prstGeom prst="rect">
            <a:avLst/>
          </a:prstGeom>
        </p:spPr>
      </p:pic>
      <p:pic>
        <p:nvPicPr>
          <p:cNvPr id="34" name="Picture 33">
            <a:extLst>
              <a:ext uri="{FF2B5EF4-FFF2-40B4-BE49-F238E27FC236}">
                <a16:creationId xmlns:a16="http://schemas.microsoft.com/office/drawing/2014/main" id="{F7C3C31C-5333-A9C7-7F50-ADA1BFA33EAC}"/>
              </a:ext>
            </a:extLst>
          </p:cNvPr>
          <p:cNvPicPr>
            <a:picLocks noChangeAspect="1"/>
          </p:cNvPicPr>
          <p:nvPr/>
        </p:nvPicPr>
        <p:blipFill>
          <a:blip r:embed="rId6"/>
          <a:stretch>
            <a:fillRect/>
          </a:stretch>
        </p:blipFill>
        <p:spPr>
          <a:xfrm>
            <a:off x="5876732" y="2470449"/>
            <a:ext cx="2645714" cy="1800000"/>
          </a:xfrm>
          <a:prstGeom prst="rect">
            <a:avLst/>
          </a:prstGeom>
        </p:spPr>
      </p:pic>
      <p:pic>
        <p:nvPicPr>
          <p:cNvPr id="36" name="Picture 35">
            <a:extLst>
              <a:ext uri="{FF2B5EF4-FFF2-40B4-BE49-F238E27FC236}">
                <a16:creationId xmlns:a16="http://schemas.microsoft.com/office/drawing/2014/main" id="{EEE30DE0-DF5E-1C76-15F1-C84BCCF4D63F}"/>
              </a:ext>
            </a:extLst>
          </p:cNvPr>
          <p:cNvPicPr>
            <a:picLocks noChangeAspect="1"/>
          </p:cNvPicPr>
          <p:nvPr/>
        </p:nvPicPr>
        <p:blipFill>
          <a:blip r:embed="rId7"/>
          <a:stretch>
            <a:fillRect/>
          </a:stretch>
        </p:blipFill>
        <p:spPr>
          <a:xfrm>
            <a:off x="3263035" y="2470449"/>
            <a:ext cx="2617929" cy="1800000"/>
          </a:xfrm>
          <a:prstGeom prst="rect">
            <a:avLst/>
          </a:prstGeom>
        </p:spPr>
      </p:pic>
      <p:pic>
        <p:nvPicPr>
          <p:cNvPr id="38" name="Picture 37">
            <a:extLst>
              <a:ext uri="{FF2B5EF4-FFF2-40B4-BE49-F238E27FC236}">
                <a16:creationId xmlns:a16="http://schemas.microsoft.com/office/drawing/2014/main" id="{33B7BA34-09B9-4B79-A144-8D447E92B58C}"/>
              </a:ext>
            </a:extLst>
          </p:cNvPr>
          <p:cNvPicPr>
            <a:picLocks noChangeAspect="1"/>
          </p:cNvPicPr>
          <p:nvPr/>
        </p:nvPicPr>
        <p:blipFill>
          <a:blip r:embed="rId8"/>
          <a:stretch>
            <a:fillRect/>
          </a:stretch>
        </p:blipFill>
        <p:spPr>
          <a:xfrm>
            <a:off x="648326" y="2470449"/>
            <a:ext cx="2618944" cy="1800000"/>
          </a:xfrm>
          <a:prstGeom prst="rect">
            <a:avLst/>
          </a:prstGeom>
        </p:spPr>
      </p:pic>
    </p:spTree>
    <p:extLst>
      <p:ext uri="{BB962C8B-B14F-4D97-AF65-F5344CB8AC3E}">
        <p14:creationId xmlns:p14="http://schemas.microsoft.com/office/powerpoint/2010/main" val="929609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1">
          <a:extLst>
            <a:ext uri="{FF2B5EF4-FFF2-40B4-BE49-F238E27FC236}">
              <a16:creationId xmlns:a16="http://schemas.microsoft.com/office/drawing/2014/main" id="{7E8F1772-44DD-A7EC-53D2-B7B5FD5FB765}"/>
            </a:ext>
          </a:extLst>
        </p:cNvPr>
        <p:cNvGrpSpPr/>
        <p:nvPr/>
      </p:nvGrpSpPr>
      <p:grpSpPr>
        <a:xfrm>
          <a:off x="0" y="0"/>
          <a:ext cx="0" cy="0"/>
          <a:chOff x="0" y="0"/>
          <a:chExt cx="0" cy="0"/>
        </a:xfrm>
      </p:grpSpPr>
      <p:cxnSp>
        <p:nvCxnSpPr>
          <p:cNvPr id="1058" name="Google Shape;1058;p51">
            <a:extLst>
              <a:ext uri="{FF2B5EF4-FFF2-40B4-BE49-F238E27FC236}">
                <a16:creationId xmlns:a16="http://schemas.microsoft.com/office/drawing/2014/main" id="{88E585A2-0B4E-E055-9042-AB714F87D0B8}"/>
              </a:ext>
            </a:extLst>
          </p:cNvPr>
          <p:cNvCxnSpPr>
            <a:cxnSpLocks/>
          </p:cNvCxnSpPr>
          <p:nvPr/>
        </p:nvCxnSpPr>
        <p:spPr>
          <a:xfrm>
            <a:off x="621500" y="2350008"/>
            <a:ext cx="0" cy="2543467"/>
          </a:xfrm>
          <a:prstGeom prst="straightConnector1">
            <a:avLst/>
          </a:prstGeom>
          <a:noFill/>
          <a:ln w="19050" cap="flat" cmpd="sng">
            <a:solidFill>
              <a:schemeClr val="dk2"/>
            </a:solidFill>
            <a:prstDash val="solid"/>
            <a:round/>
            <a:headEnd type="none" w="med" len="med"/>
            <a:tailEnd type="none" w="med" len="med"/>
          </a:ln>
        </p:spPr>
      </p:cxnSp>
      <p:cxnSp>
        <p:nvCxnSpPr>
          <p:cNvPr id="1059" name="Google Shape;1059;p51">
            <a:extLst>
              <a:ext uri="{FF2B5EF4-FFF2-40B4-BE49-F238E27FC236}">
                <a16:creationId xmlns:a16="http://schemas.microsoft.com/office/drawing/2014/main" id="{68469D4A-3EC7-BAE9-3E5C-7D04BD8F3825}"/>
              </a:ext>
            </a:extLst>
          </p:cNvPr>
          <p:cNvCxnSpPr/>
          <p:nvPr/>
        </p:nvCxnSpPr>
        <p:spPr>
          <a:xfrm>
            <a:off x="628650" y="514350"/>
            <a:ext cx="7922400" cy="0"/>
          </a:xfrm>
          <a:prstGeom prst="straightConnector1">
            <a:avLst/>
          </a:prstGeom>
          <a:noFill/>
          <a:ln w="19050" cap="flat" cmpd="sng">
            <a:solidFill>
              <a:schemeClr val="dk2"/>
            </a:solidFill>
            <a:prstDash val="solid"/>
            <a:round/>
            <a:headEnd type="none" w="med" len="med"/>
            <a:tailEnd type="none" w="med" len="med"/>
          </a:ln>
        </p:spPr>
      </p:cxnSp>
      <p:sp>
        <p:nvSpPr>
          <p:cNvPr id="2" name="Google Shape;201;p34">
            <a:extLst>
              <a:ext uri="{FF2B5EF4-FFF2-40B4-BE49-F238E27FC236}">
                <a16:creationId xmlns:a16="http://schemas.microsoft.com/office/drawing/2014/main" id="{3692D1B7-9F24-B323-7AF9-75E12FF61BF4}"/>
              </a:ext>
            </a:extLst>
          </p:cNvPr>
          <p:cNvSpPr txBox="1">
            <a:spLocks noGrp="1"/>
          </p:cNvSpPr>
          <p:nvPr>
            <p:ph type="title"/>
          </p:nvPr>
        </p:nvSpPr>
        <p:spPr>
          <a:xfrm>
            <a:off x="628650" y="922185"/>
            <a:ext cx="673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THANK YOU FOR WATCHING</a:t>
            </a:r>
            <a:endParaRPr dirty="0"/>
          </a:p>
        </p:txBody>
      </p:sp>
      <p:sp>
        <p:nvSpPr>
          <p:cNvPr id="3" name="Google Shape;201;p34">
            <a:extLst>
              <a:ext uri="{FF2B5EF4-FFF2-40B4-BE49-F238E27FC236}">
                <a16:creationId xmlns:a16="http://schemas.microsoft.com/office/drawing/2014/main" id="{A1001246-C68A-61FB-FC5E-FFCA8D86B15F}"/>
              </a:ext>
            </a:extLst>
          </p:cNvPr>
          <p:cNvSpPr txBox="1">
            <a:spLocks/>
          </p:cNvSpPr>
          <p:nvPr/>
        </p:nvSpPr>
        <p:spPr>
          <a:xfrm>
            <a:off x="844638" y="1866736"/>
            <a:ext cx="5140869" cy="4001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enor Sans"/>
              <a:buNone/>
              <a:defRPr sz="2800" b="0" i="0" u="none" strike="noStrike" cap="none">
                <a:solidFill>
                  <a:schemeClr val="dk1"/>
                </a:solidFill>
                <a:latin typeface="Tenor Sans"/>
                <a:ea typeface="Tenor Sans"/>
                <a:cs typeface="Tenor Sans"/>
                <a:sym typeface="Tenor Sa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Quicksand"/>
                <a:ea typeface="Quicksand"/>
                <a:cs typeface="Quicksand"/>
                <a:sym typeface="Quicksand"/>
              </a:defRPr>
            </a:lvl9pPr>
          </a:lstStyle>
          <a:p>
            <a:r>
              <a:rPr lang="en-ID" sz="2400" i="1" dirty="0"/>
              <a:t>Let’s connect and collaborate</a:t>
            </a:r>
            <a:endParaRPr lang="en-US" sz="2400" i="1" dirty="0"/>
          </a:p>
        </p:txBody>
      </p:sp>
      <p:sp>
        <p:nvSpPr>
          <p:cNvPr id="5" name="TextBox 4">
            <a:extLst>
              <a:ext uri="{FF2B5EF4-FFF2-40B4-BE49-F238E27FC236}">
                <a16:creationId xmlns:a16="http://schemas.microsoft.com/office/drawing/2014/main" id="{8F73375F-EA6A-5D9A-79E8-4B164202584E}"/>
              </a:ext>
            </a:extLst>
          </p:cNvPr>
          <p:cNvSpPr txBox="1"/>
          <p:nvPr/>
        </p:nvSpPr>
        <p:spPr>
          <a:xfrm>
            <a:off x="720000" y="2674441"/>
            <a:ext cx="5390146" cy="400110"/>
          </a:xfrm>
          <a:prstGeom prst="rect">
            <a:avLst/>
          </a:prstGeom>
          <a:noFill/>
        </p:spPr>
        <p:txBody>
          <a:bodyPr wrap="square">
            <a:spAutoFit/>
          </a:bodyPr>
          <a:lstStyle/>
          <a:p>
            <a:pPr>
              <a:buNone/>
            </a:pPr>
            <a:r>
              <a:rPr lang="en-ID" sz="2000" dirty="0">
                <a:latin typeface="Tenor Sans" panose="020B0604020202020204" charset="0"/>
              </a:rPr>
              <a:t>📧 </a:t>
            </a:r>
            <a:r>
              <a:rPr lang="en-ID" sz="2000" dirty="0">
                <a:latin typeface="Tenor Sans" panose="020B0604020202020204" charset="0"/>
                <a:hlinkClick r:id="rId3"/>
              </a:rPr>
              <a:t>disyaaarizaaa24@gmail.com</a:t>
            </a:r>
            <a:endParaRPr lang="en-ID" sz="2000" dirty="0">
              <a:latin typeface="Tenor Sans" panose="020B0604020202020204" charset="0"/>
            </a:endParaRPr>
          </a:p>
        </p:txBody>
      </p:sp>
      <p:sp>
        <p:nvSpPr>
          <p:cNvPr id="6" name="TextBox 5">
            <a:extLst>
              <a:ext uri="{FF2B5EF4-FFF2-40B4-BE49-F238E27FC236}">
                <a16:creationId xmlns:a16="http://schemas.microsoft.com/office/drawing/2014/main" id="{15CB77CD-2A77-A4D2-2CB3-A3E9CFCE4B83}"/>
              </a:ext>
            </a:extLst>
          </p:cNvPr>
          <p:cNvSpPr txBox="1"/>
          <p:nvPr/>
        </p:nvSpPr>
        <p:spPr>
          <a:xfrm>
            <a:off x="720000" y="3246347"/>
            <a:ext cx="5390146" cy="400110"/>
          </a:xfrm>
          <a:prstGeom prst="rect">
            <a:avLst/>
          </a:prstGeom>
          <a:noFill/>
        </p:spPr>
        <p:txBody>
          <a:bodyPr wrap="square">
            <a:spAutoFit/>
          </a:bodyPr>
          <a:lstStyle/>
          <a:p>
            <a:pPr>
              <a:buNone/>
            </a:pPr>
            <a:r>
              <a:rPr lang="en-ID" sz="2000" dirty="0"/>
              <a:t>🔗 </a:t>
            </a:r>
            <a:r>
              <a:rPr lang="en-ID" sz="2000" dirty="0">
                <a:hlinkClick r:id="rId4"/>
              </a:rPr>
              <a:t>LinkedIn</a:t>
            </a:r>
            <a:endParaRPr lang="en-ID" sz="2000" dirty="0">
              <a:latin typeface="Tenor Sans" panose="020B0604020202020204" charset="0"/>
            </a:endParaRPr>
          </a:p>
        </p:txBody>
      </p:sp>
      <p:sp>
        <p:nvSpPr>
          <p:cNvPr id="15" name="Oval 14">
            <a:extLst>
              <a:ext uri="{FF2B5EF4-FFF2-40B4-BE49-F238E27FC236}">
                <a16:creationId xmlns:a16="http://schemas.microsoft.com/office/drawing/2014/main" id="{73D437E7-CD3B-5143-B237-8C61C6405379}"/>
              </a:ext>
            </a:extLst>
          </p:cNvPr>
          <p:cNvSpPr/>
          <p:nvPr/>
        </p:nvSpPr>
        <p:spPr>
          <a:xfrm>
            <a:off x="5551714" y="1494885"/>
            <a:ext cx="2872283" cy="326483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70286027"/>
      </p:ext>
    </p:extLst>
  </p:cSld>
  <p:clrMapOvr>
    <a:masterClrMapping/>
  </p:clrMapOvr>
</p:sld>
</file>

<file path=ppt/theme/theme1.xml><?xml version="1.0" encoding="utf-8"?>
<a:theme xmlns:a="http://schemas.openxmlformats.org/drawingml/2006/main" name="Elegant Cream Ellipse Portfolio by Slidesgo">
  <a:themeElements>
    <a:clrScheme name="Simple Light">
      <a:dk1>
        <a:srgbClr val="000000"/>
      </a:dk1>
      <a:lt1>
        <a:srgbClr val="FFFFFF"/>
      </a:lt1>
      <a:dk2>
        <a:srgbClr val="282828"/>
      </a:dk2>
      <a:lt2>
        <a:srgbClr val="F6F4EC"/>
      </a:lt2>
      <a:accent1>
        <a:srgbClr val="282828"/>
      </a:accent1>
      <a:accent2>
        <a:srgbClr val="CC0000"/>
      </a:accent2>
      <a:accent3>
        <a:srgbClr val="FFFFFF"/>
      </a:accent3>
      <a:accent4>
        <a:srgbClr val="CC0000"/>
      </a:accent4>
      <a:accent5>
        <a:srgbClr val="CC0000"/>
      </a:accent5>
      <a:accent6>
        <a:srgbClr val="282828"/>
      </a:accent6>
      <a:hlink>
        <a:srgbClr val="CC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606</TotalTime>
  <Words>765</Words>
  <Application>Microsoft Office PowerPoint</Application>
  <PresentationFormat>On-screen Show (16:9)</PresentationFormat>
  <Paragraphs>109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Quicksand</vt:lpstr>
      <vt:lpstr>Calibri</vt:lpstr>
      <vt:lpstr>Arial</vt:lpstr>
      <vt:lpstr>Tenor Sans</vt:lpstr>
      <vt:lpstr>Elegant Cream Ellipse Portfolio by Slidesgo</vt:lpstr>
      <vt:lpstr> PORTOFOLIO</vt:lpstr>
      <vt:lpstr>TENTANG SAYA</vt:lpstr>
      <vt:lpstr>PENDIDIKAN</vt:lpstr>
      <vt:lpstr>PENGALAMAN KERJA DAN MAGANG</vt:lpstr>
      <vt:lpstr>PROJECT 01</vt:lpstr>
      <vt:lpstr>PROJECT 02</vt:lpstr>
      <vt:lpstr>PROJECT 03</vt:lpstr>
      <vt:lpstr>PROJECT 04</vt:lpstr>
      <vt:lpstr>PROJECT 05</vt:lpstr>
      <vt:lpstr>PROJECT 06</vt:lpstr>
      <vt:lpstr>PROJECT 07</vt:lpstr>
      <vt:lpstr>SERTIFIKASI RESMI</vt:lpstr>
      <vt:lpstr>PELATIHAN &amp; KURSUS</vt:lpstr>
      <vt:lpstr>PowerPoint Presentation</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Disya Ariza</dc:creator>
  <cp:lastModifiedBy>Disya Ariza</cp:lastModifiedBy>
  <cp:revision>36</cp:revision>
  <dcterms:modified xsi:type="dcterms:W3CDTF">2025-12-25T10:21:11Z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568429</vt:lpwstr>
  </property>
  <property fmtid="{D5CDD505-2E9C-101B-9397-08002B2CF9AE}" pid="3" name="NXPowerLiteSettings">
    <vt:lpwstr>F7000400038000</vt:lpwstr>
  </property>
  <property fmtid="{D5CDD505-2E9C-101B-9397-08002B2CF9AE}" pid="4" name="NXPowerLiteVersion">
    <vt:lpwstr>S10.9.3</vt:lpwstr>
  </property>
</Properties>
</file>